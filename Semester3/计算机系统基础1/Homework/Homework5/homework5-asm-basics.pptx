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65" r:id="rId4"/>
    <p:sldId id="267" r:id="rId5"/>
    <p:sldId id="268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55"/>
    <p:restoredTop sz="94655"/>
  </p:normalViewPr>
  <p:slideViewPr>
    <p:cSldViewPr snapToGrid="0" snapToObjects="1">
      <p:cViewPr varScale="1">
        <p:scale>
          <a:sx n="89" d="100"/>
          <a:sy n="89" d="100"/>
        </p:scale>
        <p:origin x="184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A6B6-36FF-6F40-89DF-801D3511F187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410C-B627-B44F-87AA-5EC4395C7E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07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11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65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62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57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0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90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906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32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23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11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3554-FB1A-8444-BC32-63F3C4EDF6C5}" type="datetimeFigureOut">
              <a:rPr kumimoji="1" lang="zh-CN" altLang="en-US" smtClean="0"/>
              <a:t>2019/10/30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77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Homework6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428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Homework6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题目</a:t>
            </a:r>
            <a:r>
              <a:rPr kumimoji="1" lang="en-US" altLang="zh-CN" dirty="0" smtClean="0"/>
              <a:t>1</a:t>
            </a:r>
          </a:p>
          <a:p>
            <a:pPr lvl="1"/>
            <a:r>
              <a:rPr lang="zh-CN" altLang="zh-CN" dirty="0">
                <a:latin typeface="Arial" charset="0"/>
              </a:rPr>
              <a:t>Assume we have following address binding table and value of registers : </a:t>
            </a:r>
          </a:p>
          <a:p>
            <a:pPr lvl="1"/>
            <a:endParaRPr kumimoji="1" lang="en-US" altLang="zh-CN" dirty="0" smtClean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744107"/>
              </p:ext>
            </p:extLst>
          </p:nvPr>
        </p:nvGraphicFramePr>
        <p:xfrm>
          <a:off x="810638" y="3111500"/>
          <a:ext cx="10515600" cy="3200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Address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Value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Register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Value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0x100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%eax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0x110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0x11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%ebx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0x100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0x120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0x12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......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......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0x190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i-FI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0x19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0x200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0x20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03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Homework6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r>
              <a:rPr lang="en-US" altLang="zh-CN" dirty="0"/>
              <a:t>Please fill in the table below </a:t>
            </a:r>
          </a:p>
          <a:p>
            <a:pPr lvl="1"/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06482"/>
              </p:ext>
            </p:extLst>
          </p:nvPr>
        </p:nvGraphicFramePr>
        <p:xfrm>
          <a:off x="2433537" y="2845648"/>
          <a:ext cx="6399180" cy="3657600"/>
        </p:xfrm>
        <a:graphic>
          <a:graphicData uri="http://schemas.openxmlformats.org/drawingml/2006/table">
            <a:tbl>
              <a:tblPr/>
              <a:tblGrid>
                <a:gridCol w="3199590"/>
                <a:gridCol w="319959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Operand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%ebx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s-I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$0x150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0x170 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(%ebx)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is-I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(%ebx,%eax)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cs-CZ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0x30(%</a:t>
                      </a:r>
                      <a:r>
                        <a:rPr lang="mr-IN" sz="2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ebx</a:t>
                      </a:r>
                      <a:r>
                        <a:rPr lang="mr-I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is-I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80(%ebx,%eax,2)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7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Homework6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r>
              <a:rPr lang="en-US" altLang="zh-CN" dirty="0" smtClean="0"/>
              <a:t>Suppose </a:t>
            </a:r>
            <a:r>
              <a:rPr lang="en-US" altLang="zh-CN" dirty="0"/>
              <a:t>registers and bound values will be reset as above after each instruction. Please fill in the table below: (Write all if there are more than one destinations and None if there is no destination) </a:t>
            </a:r>
          </a:p>
          <a:p>
            <a:pPr lvl="1"/>
            <a:endParaRPr kumimoji="1"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515296"/>
              </p:ext>
            </p:extLst>
          </p:nvPr>
        </p:nvGraphicFramePr>
        <p:xfrm>
          <a:off x="1373221" y="3568700"/>
          <a:ext cx="8811639" cy="2743200"/>
        </p:xfrm>
        <a:graphic>
          <a:graphicData uri="http://schemas.openxmlformats.org/drawingml/2006/table">
            <a:tbl>
              <a:tblPr/>
              <a:tblGrid>
                <a:gridCol w="2937213"/>
                <a:gridCol w="2937213"/>
                <a:gridCol w="2937213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Instruction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Destination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addl %eax,%ebx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mr-IN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s-I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subl %eax,(%ebx)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s-I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mr-I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leal 0x50(%eax), %edx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mr-IN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movzbl %al, %ebx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mr-IN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s-I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movsbl %bh, %ecx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mr-IN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s-I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01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Homework6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r>
              <a:rPr lang="en-US" altLang="zh-CN" dirty="0" smtClean="0"/>
              <a:t>Assume </a:t>
            </a:r>
            <a:r>
              <a:rPr lang="en-US" altLang="zh-CN" dirty="0"/>
              <a:t>the initial value of the flags is 0. Fill the table below </a:t>
            </a:r>
          </a:p>
          <a:p>
            <a:pPr lvl="1"/>
            <a:endParaRPr kumimoji="1"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18786"/>
              </p:ext>
            </p:extLst>
          </p:nvPr>
        </p:nvGraphicFramePr>
        <p:xfrm>
          <a:off x="1052208" y="3072302"/>
          <a:ext cx="9220200" cy="2286000"/>
        </p:xfrm>
        <a:graphic>
          <a:graphicData uri="http://schemas.openxmlformats.org/drawingml/2006/table">
            <a:tbl>
              <a:tblPr/>
              <a:tblGrid>
                <a:gridCol w="2644302"/>
                <a:gridCol w="1507787"/>
                <a:gridCol w="1556426"/>
                <a:gridCol w="1667645"/>
                <a:gridCol w="184404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Instruction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ZF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leal(%eax),%ebx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subl %ebx, %eax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xorl %eax, %eax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test %eax, %ebx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091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Homework6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502285" cy="4351338"/>
          </a:xfrm>
        </p:spPr>
        <p:txBody>
          <a:bodyPr/>
          <a:lstStyle/>
          <a:p>
            <a:r>
              <a:rPr kumimoji="1" lang="zh-CN" altLang="en-US" dirty="0" smtClean="0"/>
              <a:t>题目</a:t>
            </a:r>
            <a:r>
              <a:rPr kumimoji="1" lang="en-US" altLang="zh-CN" dirty="0" smtClean="0"/>
              <a:t>2</a:t>
            </a:r>
          </a:p>
          <a:p>
            <a:pPr lvl="1"/>
            <a:r>
              <a:rPr lang="en-US" altLang="zh-CN" dirty="0"/>
              <a:t>Translate the following assembly into C codes.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You </a:t>
            </a:r>
            <a:r>
              <a:rPr lang="en-US" altLang="zh-CN" dirty="0"/>
              <a:t>can name local variables represented by -12(%</a:t>
            </a:r>
            <a:r>
              <a:rPr lang="en-US" altLang="zh-CN" dirty="0" err="1"/>
              <a:t>ebp</a:t>
            </a:r>
            <a:r>
              <a:rPr lang="en-US" altLang="zh-CN" dirty="0"/>
              <a:t>), -8(%</a:t>
            </a:r>
            <a:r>
              <a:rPr lang="en-US" altLang="zh-CN" dirty="0" err="1"/>
              <a:t>ebp</a:t>
            </a:r>
            <a:r>
              <a:rPr lang="en-US" altLang="zh-CN" dirty="0"/>
              <a:t>)...or </a:t>
            </a:r>
            <a:r>
              <a:rPr lang="en-US" altLang="zh-CN" dirty="0" err="1"/>
              <a:t>a,b,c</a:t>
            </a:r>
            <a:r>
              <a:rPr lang="en-US" altLang="zh-CN" dirty="0"/>
              <a:t>... freely as you like.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beginning of C codes is given.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"/>
          <a:stretch/>
        </p:blipFill>
        <p:spPr>
          <a:xfrm>
            <a:off x="5181287" y="556054"/>
            <a:ext cx="6863134" cy="58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98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243</Words>
  <Application>Microsoft Macintosh PowerPoint</Application>
  <PresentationFormat>宽屏</PresentationFormat>
  <Paragraphs>71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DengXian</vt:lpstr>
      <vt:lpstr>DengXian Light</vt:lpstr>
      <vt:lpstr>Mangal</vt:lpstr>
      <vt:lpstr>Office 主题</vt:lpstr>
      <vt:lpstr>Homework6</vt:lpstr>
      <vt:lpstr>Homework6</vt:lpstr>
      <vt:lpstr>Homework6</vt:lpstr>
      <vt:lpstr>Homework6</vt:lpstr>
      <vt:lpstr>Homework6</vt:lpstr>
      <vt:lpstr>Homework6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Homework3</dc:title>
  <dc:creator>Microsoft Office 用户</dc:creator>
  <cp:lastModifiedBy>Microsoft Office 用户</cp:lastModifiedBy>
  <cp:revision>26</cp:revision>
  <dcterms:created xsi:type="dcterms:W3CDTF">2018-09-27T09:01:03Z</dcterms:created>
  <dcterms:modified xsi:type="dcterms:W3CDTF">2019-10-30T02:35:56Z</dcterms:modified>
</cp:coreProperties>
</file>