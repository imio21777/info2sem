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70" r:id="rId4"/>
    <p:sldId id="272" r:id="rId5"/>
    <p:sldId id="266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06"/>
    <p:restoredTop sz="94655"/>
  </p:normalViewPr>
  <p:slideViewPr>
    <p:cSldViewPr snapToGrid="0" snapToObjects="1">
      <p:cViewPr varScale="1">
        <p:scale>
          <a:sx n="96" d="100"/>
          <a:sy n="96" d="100"/>
        </p:scale>
        <p:origin x="19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Homework7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6809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/>
              <a:t>Consider the following program: #define LEN 10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a[LEN][LEN];</a:t>
            </a:r>
            <a:br>
              <a:rPr lang="en-US" altLang="zh-CN" dirty="0"/>
            </a:br>
            <a:r>
              <a:rPr lang="en-US" altLang="zh-CN" dirty="0"/>
              <a:t>void f(void) { </a:t>
            </a:r>
          </a:p>
          <a:p>
            <a:pPr lvl="1"/>
            <a:r>
              <a:rPr lang="zh-CN" altLang="en-US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, j;</a:t>
            </a:r>
            <a:br>
              <a:rPr lang="en-US" altLang="zh-CN" dirty="0"/>
            </a:br>
            <a:r>
              <a:rPr lang="zh-CN" altLang="en-US" dirty="0" smtClean="0"/>
              <a:t>   </a:t>
            </a:r>
            <a:r>
              <a:rPr lang="en-US" altLang="zh-CN" dirty="0" smtClean="0"/>
              <a:t>for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LEN;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</a:p>
          <a:p>
            <a:pPr lvl="1"/>
            <a:r>
              <a:rPr lang="zh-CN" altLang="en-US" dirty="0" smtClean="0"/>
              <a:t>      </a:t>
            </a:r>
            <a:r>
              <a:rPr lang="en-US" altLang="zh-CN" dirty="0" smtClean="0"/>
              <a:t>for </a:t>
            </a:r>
            <a:r>
              <a:rPr lang="en-US" altLang="zh-CN" dirty="0"/>
              <a:t>(j = 0; j &lt; LEN; </a:t>
            </a:r>
            <a:r>
              <a:rPr lang="en-US" altLang="zh-CN" dirty="0" err="1"/>
              <a:t>j++</a:t>
            </a:r>
            <a:r>
              <a:rPr lang="en-US" altLang="zh-CN" dirty="0"/>
              <a:t>) { </a:t>
            </a:r>
            <a:endParaRPr lang="en-US" altLang="zh-CN" dirty="0" smtClean="0"/>
          </a:p>
          <a:p>
            <a:pPr lvl="1"/>
            <a:r>
              <a:rPr lang="zh-CN" altLang="en-US" dirty="0"/>
              <a:t> </a:t>
            </a:r>
            <a:r>
              <a:rPr lang="zh-CN" altLang="en-US" dirty="0" smtClean="0"/>
              <a:t>     </a:t>
            </a: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i</a:t>
            </a:r>
            <a:r>
              <a:rPr lang="en-US" altLang="zh-CN" dirty="0"/>
              <a:t> * LEN + j; </a:t>
            </a:r>
          </a:p>
          <a:p>
            <a:pPr lvl="1"/>
            <a:r>
              <a:rPr lang="zh-CN" altLang="en-US" dirty="0" smtClean="0"/>
              <a:t>    </a:t>
            </a:r>
            <a:r>
              <a:rPr lang="en-US" altLang="zh-CN" dirty="0" smtClean="0"/>
              <a:t>} </a:t>
            </a:r>
          </a:p>
          <a:p>
            <a:pPr lvl="1"/>
            <a:r>
              <a:rPr lang="en-US" altLang="zh-CN" dirty="0" smtClean="0"/>
              <a:t>} </a:t>
            </a:r>
            <a:endParaRPr lang="en-US" altLang="zh-CN" dirty="0"/>
          </a:p>
          <a:p>
            <a:pPr lvl="1"/>
            <a:r>
              <a:rPr lang="en-US" altLang="zh-CN" dirty="0"/>
              <a:t>Suppose the address of a is 0x10000000. After the function f() finished, fill the following table (if you don’t know the value, please write NONE):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46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21065"/>
              </p:ext>
            </p:extLst>
          </p:nvPr>
        </p:nvGraphicFramePr>
        <p:xfrm>
          <a:off x="1644445" y="2629694"/>
          <a:ext cx="8305800" cy="274320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%eax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0x10000000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%ecx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$0x10000004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0x10000012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0xFFFFFF8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(%eax, %ecx, 8)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1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3446"/>
          </a:xfrm>
        </p:spPr>
        <p:txBody>
          <a:bodyPr/>
          <a:lstStyle/>
          <a:p>
            <a:r>
              <a:rPr kumimoji="1" lang="zh-CN" altLang="en-US" dirty="0" smtClean="0"/>
              <a:t>题目</a:t>
            </a:r>
            <a:r>
              <a:rPr kumimoji="1" lang="en-US" altLang="zh-CN" dirty="0" smtClean="0"/>
              <a:t>2</a:t>
            </a:r>
            <a:endParaRPr kumimoji="1" lang="en-US" altLang="zh-CN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17639" y="2534008"/>
            <a:ext cx="4911213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/>
              <a:t>Fill the blanks </a:t>
            </a:r>
            <a:r>
              <a:rPr lang="en-US" altLang="zh-CN" sz="2400" smtClean="0"/>
              <a:t>of the C program</a:t>
            </a:r>
            <a:r>
              <a:rPr lang="en-US" altLang="zh-CN" sz="2400"/>
              <a:t>:</a:t>
            </a: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dw_loop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y,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n) {</a:t>
            </a:r>
          </a:p>
          <a:p>
            <a:pPr>
              <a:buFontTx/>
              <a:buNone/>
            </a:pPr>
            <a:r>
              <a:rPr lang="en-US" altLang="zh-CN" sz="2400" dirty="0" smtClean="0"/>
              <a:t>     do{</a:t>
            </a:r>
          </a:p>
          <a:p>
            <a:pPr>
              <a:buFontTx/>
              <a:buNone/>
            </a:pPr>
            <a:r>
              <a:rPr lang="en-US" altLang="zh-CN" sz="2400" dirty="0" smtClean="0"/>
              <a:t>	</a:t>
            </a:r>
          </a:p>
          <a:p>
            <a:pPr>
              <a:buFontTx/>
              <a:buNone/>
            </a:pPr>
            <a:endParaRPr lang="en-US" altLang="zh-CN" sz="2400" dirty="0" smtClean="0"/>
          </a:p>
          <a:p>
            <a:pPr>
              <a:buFontTx/>
              <a:buNone/>
            </a:pPr>
            <a:r>
              <a:rPr lang="en-US" altLang="zh-CN" sz="2400" dirty="0" smtClean="0"/>
              <a:t>      }while (        );</a:t>
            </a:r>
          </a:p>
          <a:p>
            <a:pPr>
              <a:buFontTx/>
              <a:buNone/>
            </a:pPr>
            <a:r>
              <a:rPr lang="en-US" altLang="zh-CN" sz="2400" dirty="0" smtClean="0"/>
              <a:t>      </a:t>
            </a:r>
            <a:r>
              <a:rPr lang="en-US" altLang="zh-CN" sz="2400" dirty="0" err="1" smtClean="0"/>
              <a:t>returen</a:t>
            </a:r>
            <a:r>
              <a:rPr lang="en-US" altLang="zh-CN" sz="2400" dirty="0" smtClean="0"/>
              <a:t> x;</a:t>
            </a:r>
          </a:p>
          <a:p>
            <a:pPr>
              <a:buFontTx/>
              <a:buNone/>
            </a:pPr>
            <a:r>
              <a:rPr lang="en-US" altLang="zh-CN" sz="2400" dirty="0" smtClean="0"/>
              <a:t>}</a:t>
            </a:r>
            <a:endParaRPr lang="zh-CN" altLang="en-US" sz="2400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6887497" y="627012"/>
            <a:ext cx="4038600" cy="51355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smtClean="0"/>
              <a:t>The assembly code is as follows</a:t>
            </a:r>
            <a:r>
              <a:rPr lang="en-US" altLang="zh-CN" sz="2000" dirty="0"/>
              <a:t>:</a:t>
            </a:r>
            <a:endParaRPr lang="en-US" altLang="zh-CN" sz="2000" dirty="0" smtClean="0"/>
          </a:p>
          <a:p>
            <a:r>
              <a:rPr lang="en-US" altLang="zh-CN" sz="2000" dirty="0" smtClean="0"/>
              <a:t>x@%ebp+8, y@%ebp+12, n@%ebp+16</a:t>
            </a:r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movl</a:t>
            </a:r>
            <a:r>
              <a:rPr lang="en-US" altLang="zh-CN" sz="2000" dirty="0" smtClean="0"/>
              <a:t> 8(%</a:t>
            </a:r>
            <a:r>
              <a:rPr lang="en-US" altLang="zh-CN" sz="2000" dirty="0" err="1" smtClean="0"/>
              <a:t>ebp</a:t>
            </a:r>
            <a:r>
              <a:rPr lang="en-US" altLang="zh-CN" sz="2000" dirty="0" smtClean="0"/>
              <a:t>), %</a:t>
            </a:r>
            <a:r>
              <a:rPr lang="en-US" altLang="zh-CN" sz="2000" dirty="0" err="1" smtClean="0"/>
              <a:t>eax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movl</a:t>
            </a:r>
            <a:r>
              <a:rPr lang="en-US" altLang="zh-CN" sz="2000" dirty="0" smtClean="0"/>
              <a:t> 12(%</a:t>
            </a:r>
            <a:r>
              <a:rPr lang="en-US" altLang="zh-CN" sz="2000" dirty="0" err="1" smtClean="0"/>
              <a:t>ebp</a:t>
            </a:r>
            <a:r>
              <a:rPr lang="en-US" altLang="zh-CN" sz="2000" dirty="0" smtClean="0"/>
              <a:t>), %</a:t>
            </a:r>
            <a:r>
              <a:rPr lang="en-US" altLang="zh-CN" sz="2000" dirty="0" err="1" smtClean="0"/>
              <a:t>ecx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movl</a:t>
            </a:r>
            <a:r>
              <a:rPr lang="en-US" altLang="zh-CN" sz="2000" dirty="0" smtClean="0"/>
              <a:t> 16(%</a:t>
            </a:r>
            <a:r>
              <a:rPr lang="en-US" altLang="zh-CN" sz="2000" dirty="0" err="1" smtClean="0"/>
              <a:t>ebp</a:t>
            </a:r>
            <a:r>
              <a:rPr lang="en-US" altLang="zh-CN" sz="2000" dirty="0" smtClean="0"/>
              <a:t>), %</a:t>
            </a:r>
            <a:r>
              <a:rPr lang="en-US" altLang="zh-CN" sz="2000" dirty="0" err="1" smtClean="0"/>
              <a:t>edx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.L2:</a:t>
            </a:r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addl</a:t>
            </a:r>
            <a:r>
              <a:rPr lang="en-US" altLang="zh-CN" sz="2000" dirty="0" smtClean="0"/>
              <a:t> %</a:t>
            </a:r>
            <a:r>
              <a:rPr lang="en-US" altLang="zh-CN" sz="2000" dirty="0" err="1" smtClean="0"/>
              <a:t>edx</a:t>
            </a:r>
            <a:r>
              <a:rPr lang="en-US" altLang="zh-CN" sz="2000" dirty="0" smtClean="0"/>
              <a:t>, %</a:t>
            </a:r>
            <a:r>
              <a:rPr lang="en-US" altLang="zh-CN" sz="2000" dirty="0" err="1" smtClean="0"/>
              <a:t>eax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imull</a:t>
            </a:r>
            <a:r>
              <a:rPr lang="en-US" altLang="zh-CN" sz="2000" dirty="0" smtClean="0"/>
              <a:t> %</a:t>
            </a:r>
            <a:r>
              <a:rPr lang="en-US" altLang="zh-CN" sz="2000" dirty="0" err="1" smtClean="0"/>
              <a:t>edx</a:t>
            </a:r>
            <a:r>
              <a:rPr lang="en-US" altLang="zh-CN" sz="2000" dirty="0" smtClean="0"/>
              <a:t>, %</a:t>
            </a:r>
            <a:r>
              <a:rPr lang="en-US" altLang="zh-CN" sz="2000" dirty="0" err="1" smtClean="0"/>
              <a:t>ecx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subl</a:t>
            </a:r>
            <a:r>
              <a:rPr lang="en-US" altLang="zh-CN" sz="2000" dirty="0" smtClean="0"/>
              <a:t> $1, %</a:t>
            </a:r>
            <a:r>
              <a:rPr lang="en-US" altLang="zh-CN" sz="2000" dirty="0" err="1" smtClean="0"/>
              <a:t>edx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testl</a:t>
            </a:r>
            <a:r>
              <a:rPr lang="en-US" altLang="zh-CN" sz="2000" dirty="0" smtClean="0"/>
              <a:t> %</a:t>
            </a:r>
            <a:r>
              <a:rPr lang="en-US" altLang="zh-CN" sz="2000" dirty="0" err="1" smtClean="0"/>
              <a:t>edx</a:t>
            </a:r>
            <a:r>
              <a:rPr lang="en-US" altLang="zh-CN" sz="2000" dirty="0" smtClean="0"/>
              <a:t>, %</a:t>
            </a:r>
            <a:r>
              <a:rPr lang="en-US" altLang="zh-CN" sz="2000" dirty="0" err="1" smtClean="0"/>
              <a:t>edx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jle</a:t>
            </a:r>
            <a:r>
              <a:rPr lang="en-US" altLang="zh-CN" sz="2000" dirty="0" smtClean="0"/>
              <a:t>  .L5</a:t>
            </a:r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cmpl</a:t>
            </a:r>
            <a:r>
              <a:rPr lang="en-US" altLang="zh-CN" sz="2000" dirty="0" smtClean="0"/>
              <a:t> %</a:t>
            </a:r>
            <a:r>
              <a:rPr lang="en-US" altLang="zh-CN" sz="2000" dirty="0" err="1" smtClean="0"/>
              <a:t>edx</a:t>
            </a:r>
            <a:r>
              <a:rPr lang="en-US" altLang="zh-CN" sz="2000" dirty="0" smtClean="0"/>
              <a:t>, %</a:t>
            </a:r>
            <a:r>
              <a:rPr lang="en-US" altLang="zh-CN" sz="2000" dirty="0" err="1" smtClean="0"/>
              <a:t>ecx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 err="1" smtClean="0"/>
              <a:t>jl</a:t>
            </a:r>
            <a:r>
              <a:rPr lang="en-US" altLang="zh-CN" sz="2000" dirty="0" smtClean="0"/>
              <a:t> .L2</a:t>
            </a:r>
          </a:p>
          <a:p>
            <a:pPr>
              <a:buFontTx/>
              <a:buNone/>
            </a:pPr>
            <a:r>
              <a:rPr lang="en-US" altLang="zh-CN" sz="2000" dirty="0" smtClean="0"/>
              <a:t>.L5:</a:t>
            </a:r>
          </a:p>
          <a:p>
            <a:pPr>
              <a:buFontTx/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5314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50910" cy="4351338"/>
          </a:xfrm>
        </p:spPr>
        <p:txBody>
          <a:bodyPr/>
          <a:lstStyle/>
          <a:p>
            <a:r>
              <a:rPr kumimoji="1" lang="zh-CN" altLang="en-US" dirty="0" smtClean="0"/>
              <a:t>题目</a:t>
            </a:r>
            <a:r>
              <a:rPr kumimoji="1" lang="en-US" altLang="zh-CN" dirty="0" smtClean="0"/>
              <a:t>3</a:t>
            </a:r>
          </a:p>
          <a:p>
            <a:pPr lvl="1"/>
            <a:r>
              <a:rPr lang="en-US" altLang="zh-CN" dirty="0"/>
              <a:t>After ICS class, </a:t>
            </a:r>
            <a:r>
              <a:rPr lang="en-US" altLang="zh-CN" dirty="0" err="1"/>
              <a:t>Barathrum</a:t>
            </a:r>
            <a:r>
              <a:rPr lang="en-US" altLang="zh-CN" dirty="0"/>
              <a:t> has written a function like below: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cmov_complex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y) { </a:t>
            </a:r>
          </a:p>
          <a:p>
            <a:pPr lvl="1"/>
            <a:r>
              <a:rPr lang="en-US" altLang="zh-CN" dirty="0"/>
              <a:t>return x &lt; y? x * y; (x + y) * y; } </a:t>
            </a:r>
          </a:p>
          <a:p>
            <a:pPr lvl="1"/>
            <a:r>
              <a:rPr lang="en-US" altLang="zh-CN" dirty="0"/>
              <a:t>(1). Please write down the corresponding assembly code by using conditional move operations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(</a:t>
            </a:r>
            <a:r>
              <a:rPr lang="en-US" altLang="zh-CN" dirty="0"/>
              <a:t>2). When </a:t>
            </a:r>
            <a:r>
              <a:rPr lang="en-US" altLang="zh-CN" dirty="0" err="1"/>
              <a:t>Barathrum</a:t>
            </a:r>
            <a:r>
              <a:rPr lang="en-US" altLang="zh-CN" dirty="0"/>
              <a:t> compiles it with </a:t>
            </a:r>
            <a:r>
              <a:rPr lang="en-US" altLang="zh-CN" dirty="0" err="1"/>
              <a:t>gcc</a:t>
            </a:r>
            <a:r>
              <a:rPr lang="en-US" altLang="zh-CN" dirty="0"/>
              <a:t>, he finds that there’s no </a:t>
            </a:r>
            <a:r>
              <a:rPr lang="en-US" altLang="zh-CN" dirty="0" err="1"/>
              <a:t>cmov</a:t>
            </a:r>
            <a:r>
              <a:rPr lang="en-US" altLang="zh-CN" dirty="0"/>
              <a:t> at all in the assembly code! Please explain why </a:t>
            </a:r>
            <a:r>
              <a:rPr lang="en-US" altLang="zh-CN" dirty="0" err="1"/>
              <a:t>gcc</a:t>
            </a:r>
            <a:r>
              <a:rPr lang="en-US" altLang="zh-CN" dirty="0"/>
              <a:t> doesn’t use conditional move operations in this case. 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069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4"/>
            <a:ext cx="6368845" cy="4653833"/>
          </a:xfrm>
        </p:spPr>
        <p:txBody>
          <a:bodyPr>
            <a:normAutofit/>
          </a:bodyPr>
          <a:lstStyle/>
          <a:p>
            <a:r>
              <a:rPr kumimoji="1" lang="zh-CN" altLang="en-US" dirty="0" smtClean="0"/>
              <a:t>题目</a:t>
            </a:r>
            <a:r>
              <a:rPr kumimoji="1" lang="en-US" altLang="zh-CN" dirty="0"/>
              <a:t>4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Translate </a:t>
            </a:r>
            <a:r>
              <a:rPr lang="en-US" altLang="zh-CN" dirty="0"/>
              <a:t>the following switch statements into assembly using jump table. </a:t>
            </a:r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x = &lt;some value&gt;; 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result = </a:t>
            </a:r>
            <a:r>
              <a:rPr lang="en-US" altLang="zh-CN" dirty="0" smtClean="0"/>
              <a:t>0;</a:t>
            </a:r>
            <a:endParaRPr lang="en-US" altLang="zh-CN" dirty="0"/>
          </a:p>
          <a:p>
            <a:pPr lvl="1"/>
            <a:r>
              <a:rPr lang="en-US" altLang="zh-CN" dirty="0" smtClean="0"/>
              <a:t>switch </a:t>
            </a:r>
            <a:r>
              <a:rPr lang="en-US" altLang="zh-CN" dirty="0"/>
              <a:t>(x) { 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case 24:</a:t>
            </a:r>
          </a:p>
          <a:p>
            <a:pPr lvl="3"/>
            <a:r>
              <a:rPr lang="en-US" altLang="zh-CN" dirty="0" smtClean="0"/>
              <a:t>result </a:t>
            </a:r>
            <a:r>
              <a:rPr lang="en-US" altLang="zh-CN" dirty="0"/>
              <a:t>= x + x; </a:t>
            </a:r>
          </a:p>
          <a:p>
            <a:pPr lvl="3"/>
            <a:r>
              <a:rPr lang="en-US" altLang="zh-CN" dirty="0" smtClean="0"/>
              <a:t>break;</a:t>
            </a:r>
          </a:p>
          <a:p>
            <a:pPr lvl="2"/>
            <a:r>
              <a:rPr lang="en-US" altLang="zh-CN" dirty="0" smtClean="0"/>
              <a:t>case </a:t>
            </a:r>
            <a:r>
              <a:rPr lang="en-US" altLang="zh-CN" dirty="0"/>
              <a:t>27: case 28: </a:t>
            </a:r>
          </a:p>
          <a:p>
            <a:pPr lvl="3"/>
            <a:r>
              <a:rPr lang="en-US" altLang="zh-CN" dirty="0"/>
              <a:t>result = x + 10; </a:t>
            </a:r>
          </a:p>
          <a:p>
            <a:pPr lvl="3"/>
            <a:r>
              <a:rPr lang="en-US" altLang="zh-CN" dirty="0"/>
              <a:t>break; </a:t>
            </a:r>
            <a:endParaRPr lang="en-US" altLang="zh-CN" dirty="0" smtClean="0"/>
          </a:p>
          <a:p>
            <a:pPr lvl="1"/>
            <a:endParaRPr kumimoji="1"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003025" y="2821294"/>
            <a:ext cx="41664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altLang="zh-CN" dirty="0"/>
              <a:t>case 26: </a:t>
            </a:r>
          </a:p>
          <a:p>
            <a:pPr lvl="3"/>
            <a:r>
              <a:rPr lang="en-US" altLang="zh-CN" dirty="0"/>
              <a:t>result = x * 2; </a:t>
            </a:r>
          </a:p>
          <a:p>
            <a:pPr lvl="3"/>
            <a:r>
              <a:rPr lang="en-US" altLang="zh-CN" dirty="0"/>
              <a:t>// Notice: there is no break here! </a:t>
            </a:r>
          </a:p>
          <a:p>
            <a:pPr lvl="2"/>
            <a:r>
              <a:rPr lang="en-US" altLang="zh-CN" dirty="0"/>
              <a:t>case 29: case 30: </a:t>
            </a:r>
          </a:p>
          <a:p>
            <a:pPr lvl="3"/>
            <a:r>
              <a:rPr lang="en-US" altLang="zh-CN" dirty="0"/>
              <a:t>result = result + 5; </a:t>
            </a:r>
            <a:endParaRPr lang="en-US" altLang="zh-CN" dirty="0" smtClean="0"/>
          </a:p>
          <a:p>
            <a:pPr lvl="3"/>
            <a:r>
              <a:rPr lang="en-US" altLang="zh-CN" dirty="0" smtClean="0"/>
              <a:t>break; </a:t>
            </a:r>
          </a:p>
          <a:p>
            <a:pPr lvl="2"/>
            <a:r>
              <a:rPr lang="en-US" altLang="zh-CN" dirty="0" smtClean="0"/>
              <a:t>default: </a:t>
            </a:r>
          </a:p>
          <a:p>
            <a:pPr lvl="3"/>
            <a:r>
              <a:rPr lang="en-US" altLang="zh-CN" dirty="0" smtClean="0"/>
              <a:t>result = 3; </a:t>
            </a:r>
          </a:p>
          <a:p>
            <a:pPr lvl="3"/>
            <a:r>
              <a:rPr lang="en-US" altLang="zh-CN" dirty="0" smtClean="0"/>
              <a:t>break; </a:t>
            </a:r>
          </a:p>
          <a:p>
            <a:pPr lvl="1"/>
            <a:r>
              <a:rPr lang="en-US" altLang="zh-CN" dirty="0" smtClean="0"/>
              <a:t>}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35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340</Words>
  <Application>Microsoft Macintosh PowerPoint</Application>
  <PresentationFormat>宽屏</PresentationFormat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DengXian</vt:lpstr>
      <vt:lpstr>DengXian Light</vt:lpstr>
      <vt:lpstr>Mangal</vt:lpstr>
      <vt:lpstr>Arial</vt:lpstr>
      <vt:lpstr>Office 主题</vt:lpstr>
      <vt:lpstr>Homework7</vt:lpstr>
      <vt:lpstr>Homework7</vt:lpstr>
      <vt:lpstr>Homework7</vt:lpstr>
      <vt:lpstr>Homework7</vt:lpstr>
      <vt:lpstr>Homework7</vt:lpstr>
      <vt:lpstr>Homework7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Microsoft Office 用户</cp:lastModifiedBy>
  <cp:revision>47</cp:revision>
  <dcterms:created xsi:type="dcterms:W3CDTF">2018-09-27T09:01:03Z</dcterms:created>
  <dcterms:modified xsi:type="dcterms:W3CDTF">2019-11-05T09:18:10Z</dcterms:modified>
</cp:coreProperties>
</file>