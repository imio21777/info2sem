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2"/>
  </p:notesMasterIdLst>
  <p:handoutMasterIdLst>
    <p:handoutMasterId r:id="rId53"/>
  </p:handoutMasterIdLst>
  <p:sldIdLst>
    <p:sldId id="1010" r:id="rId2"/>
    <p:sldId id="1093" r:id="rId3"/>
    <p:sldId id="1033" r:id="rId4"/>
    <p:sldId id="1034" r:id="rId5"/>
    <p:sldId id="1035" r:id="rId6"/>
    <p:sldId id="1036" r:id="rId7"/>
    <p:sldId id="1037" r:id="rId8"/>
    <p:sldId id="1038" r:id="rId9"/>
    <p:sldId id="1039" r:id="rId10"/>
    <p:sldId id="1040" r:id="rId11"/>
    <p:sldId id="1042" r:id="rId12"/>
    <p:sldId id="1043" r:id="rId13"/>
    <p:sldId id="1044" r:id="rId14"/>
    <p:sldId id="1045" r:id="rId15"/>
    <p:sldId id="1046" r:id="rId16"/>
    <p:sldId id="1047" r:id="rId17"/>
    <p:sldId id="1048" r:id="rId18"/>
    <p:sldId id="1049" r:id="rId19"/>
    <p:sldId id="1050" r:id="rId20"/>
    <p:sldId id="1051" r:id="rId21"/>
    <p:sldId id="1263" r:id="rId22"/>
    <p:sldId id="1264" r:id="rId23"/>
    <p:sldId id="1265" r:id="rId24"/>
    <p:sldId id="1266" r:id="rId25"/>
    <p:sldId id="1267" r:id="rId26"/>
    <p:sldId id="1268" r:id="rId27"/>
    <p:sldId id="1269" r:id="rId28"/>
    <p:sldId id="1270" r:id="rId29"/>
    <p:sldId id="1271" r:id="rId30"/>
    <p:sldId id="1272" r:id="rId31"/>
    <p:sldId id="1273" r:id="rId32"/>
    <p:sldId id="1274" r:id="rId33"/>
    <p:sldId id="1275" r:id="rId34"/>
    <p:sldId id="1276" r:id="rId35"/>
    <p:sldId id="1277" r:id="rId36"/>
    <p:sldId id="1278" r:id="rId37"/>
    <p:sldId id="1279" r:id="rId38"/>
    <p:sldId id="1280" r:id="rId39"/>
    <p:sldId id="1281" r:id="rId40"/>
    <p:sldId id="1282" r:id="rId41"/>
    <p:sldId id="1283" r:id="rId42"/>
    <p:sldId id="1284" r:id="rId43"/>
    <p:sldId id="1285" r:id="rId44"/>
    <p:sldId id="1286" r:id="rId45"/>
    <p:sldId id="1287" r:id="rId46"/>
    <p:sldId id="1288" r:id="rId47"/>
    <p:sldId id="1289" r:id="rId48"/>
    <p:sldId id="1290" r:id="rId49"/>
    <p:sldId id="1009" r:id="rId50"/>
    <p:sldId id="1092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BA"/>
    <a:srgbClr val="FF9300"/>
    <a:srgbClr val="94E9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55" autoAdjust="0"/>
    <p:restoredTop sz="83767" autoAdjust="0"/>
  </p:normalViewPr>
  <p:slideViewPr>
    <p:cSldViewPr>
      <p:cViewPr varScale="1">
        <p:scale>
          <a:sx n="105" d="100"/>
          <a:sy n="105" d="100"/>
        </p:scale>
        <p:origin x="28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7438DC-E3EA-1241-A745-93B480FCC9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C43308-8392-D64A-B3B2-CFC29DE9F8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5CBE213E-BE95-8045-9EA8-5454C68F17E3}" type="datetimeFigureOut">
              <a:rPr lang="zh-CN" altLang="en-US"/>
              <a:pPr>
                <a:defRPr/>
              </a:pPr>
              <a:t>2024/11/18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78125A-5CF3-7D4B-80EE-1659F250CB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>
            <a:extLst>
              <a:ext uri="{FF2B5EF4-FFF2-40B4-BE49-F238E27FC236}">
                <a16:creationId xmlns:a16="http://schemas.microsoft.com/office/drawing/2014/main" id="{011DC4F9-6497-7B41-997D-DDC6F0F971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DengXian" panose="02010600030101010101" pitchFamily="2" charset="-122"/>
              </a:defRPr>
            </a:lvl1pPr>
          </a:lstStyle>
          <a:p>
            <a:pPr>
              <a:defRPr/>
            </a:pPr>
            <a:fld id="{2DB77523-AA91-134B-ADA1-88EDF3F810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D9B8B7A-B57D-C74B-B474-5F7FF4D626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08C6763-9B28-A944-A4CD-85336F0B0B2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864A606B-9629-044A-ABB9-688962ADD30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C8F2B98-4D79-954D-8B89-EE0DAE3A62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C338002A-6036-C94C-9265-C72B963B78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5675827-34F9-A544-9968-6DDADE359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FB5FE77-1C36-DC4E-9717-8ECEA2743D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8FECF9DF-2A91-DC45-BB9F-8A6B3E3D5A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4F116984-124A-8846-BB93-D633D5D96210}" type="slidenum">
              <a:rPr kumimoji="0" lang="zh-CN" altLang="en-US" sz="1200" b="0">
                <a:solidFill>
                  <a:schemeClr val="tx1"/>
                </a:solidFill>
              </a:rPr>
              <a:pPr/>
              <a:t>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9470868-8E97-4747-B55C-191BF57D5D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F0CE460-D734-3140-95C1-A48EC9535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FDF11FC2-E59A-4D47-B969-0947FFE78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7DC2372-F0F6-6D4A-B1D2-8DB559CF8F79}" type="slidenum">
              <a:rPr kumimoji="0" lang="zh-CN" altLang="en-US" sz="1200" b="0">
                <a:solidFill>
                  <a:schemeClr val="tx1"/>
                </a:solidFill>
              </a:rPr>
              <a:pPr/>
              <a:t>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C1B305B8-38FD-2547-94EC-D4A1176B9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84CA3F6-F0B0-8843-AB44-4095D56F5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4C401FD2-5E61-8E4A-8D4A-3E87F6ECA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D89403CD-6692-9344-AB94-D31A819C319F}" type="slidenum">
              <a:rPr kumimoji="0" lang="zh-CN" altLang="en-US" sz="1200" b="0">
                <a:solidFill>
                  <a:schemeClr val="tx1"/>
                </a:solidFill>
              </a:rPr>
              <a:pPr/>
              <a:t>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37AB007C-5154-4A45-9DA4-A72C2FFB6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D837948-CEB9-1346-B3F5-337EC8726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8110D34-FC8A-2940-8169-12F4A7EF1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BBBB2EEE-9AD8-2946-86DA-6256A6E8F391}" type="slidenum">
              <a:rPr kumimoji="0" lang="zh-CN" altLang="en-US" sz="1200" b="0">
                <a:solidFill>
                  <a:schemeClr val="tx1"/>
                </a:solidFill>
              </a:rPr>
              <a:pPr/>
              <a:t>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B7578898-D1C0-294D-99AF-67883BE3E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AE1C703-4377-EB4E-967C-7E1EFDBEF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163C4EA7-6892-C14B-B2A5-AD81058CE0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525F581D-B0C4-2F4C-BE40-DE1111D206ED}" type="slidenum">
              <a:rPr kumimoji="0" lang="zh-CN" altLang="en-US" sz="1200" b="0">
                <a:solidFill>
                  <a:schemeClr val="tx1"/>
                </a:solidFill>
              </a:rPr>
              <a:pPr/>
              <a:t>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59809AD1-3454-B949-B72F-F96DF20FF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5594996-32E0-BE43-87E1-7826794D8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FB239F19-C463-5A43-9158-581956740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D097E91E-F0D0-7B40-AD14-6A8ACD9881A1}" type="slidenum">
              <a:rPr kumimoji="0" lang="zh-CN" altLang="en-US" sz="1200" b="0">
                <a:solidFill>
                  <a:schemeClr val="tx1"/>
                </a:solidFill>
              </a:rPr>
              <a:pPr/>
              <a:t>6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13154EA-3B70-804D-92F9-260EF93C5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9629A62-ABFD-FB45-BAA8-B659B2B24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B844A29-8458-3D47-AE0D-79D389EE1D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945DA6CF-17CD-3A47-8297-518C3995991B}" type="slidenum">
              <a:rPr kumimoji="0" lang="zh-CN" altLang="en-US" sz="1200" b="0">
                <a:solidFill>
                  <a:schemeClr val="tx1"/>
                </a:solidFill>
              </a:rPr>
              <a:pPr/>
              <a:t>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A0EAC958-56C0-E942-A5D6-4BC78FDF2C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48D7668-7367-D340-B42E-CCB7F5B0F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D625AA0-6026-C84F-A958-16404FCFB0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38A479E6-7E7B-644C-B95B-DFEACA716C5A}" type="slidenum">
              <a:rPr kumimoji="0" lang="zh-CN" altLang="en-US" sz="1200" b="0">
                <a:solidFill>
                  <a:schemeClr val="tx1"/>
                </a:solidFill>
              </a:rPr>
              <a:pPr/>
              <a:t>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150B4B0F-1543-D248-8DCD-2C4124981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87325EB-DAD0-D44E-A230-D728522EE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81503AD9-E2D9-404B-866F-3D505F3E0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91B88715-C323-0841-9E78-C3C7C39DF2B2}" type="slidenum">
              <a:rPr kumimoji="0" lang="zh-CN" altLang="en-US" sz="1200" b="0">
                <a:solidFill>
                  <a:schemeClr val="tx1"/>
                </a:solidFill>
              </a:rPr>
              <a:pPr/>
              <a:t>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DF8A80F7-99B5-F64D-B5B2-4475147328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77937A1-FAAB-D745-BA97-573421CAA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E80BDF75-D1E5-3C45-B794-3F65C9CD60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742A3625-ED26-3D48-B3A5-603051C249A0}" type="slidenum">
              <a:rPr kumimoji="0" lang="zh-CN" altLang="en-US" sz="1200" b="0">
                <a:solidFill>
                  <a:schemeClr val="tx1"/>
                </a:solidFill>
              </a:rPr>
              <a:pPr/>
              <a:t>10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BCF0956-6122-B144-9D0C-285CC8B8C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4C846A2-8BD2-F24B-A798-07F8F455F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9B4D7139-FE94-A240-A769-4A1CE7D66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DAFD8A3A-3002-4241-903C-0DBDDD3F1E91}" type="slidenum">
              <a:rPr kumimoji="0" lang="zh-CN" altLang="en-US" sz="1200" b="0">
                <a:solidFill>
                  <a:schemeClr val="tx1"/>
                </a:solidFill>
              </a:rPr>
              <a:pPr/>
              <a:t>11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56A391B-6950-B743-B6CD-DFE13140FC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71CC4E6-A728-A648-9110-8D8FBEA6E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848D5BBC-A17D-FD4B-BF31-EC874E215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3892B1CA-EA43-194C-BA06-81D5550EC855}" type="slidenum">
              <a:rPr kumimoji="0" lang="zh-CN" altLang="en-US" sz="1200" b="0">
                <a:solidFill>
                  <a:schemeClr val="tx1"/>
                </a:solidFill>
              </a:rPr>
              <a:pPr/>
              <a:t>12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EC7912FB-5C7C-CC43-9591-A4209272BD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185DF4F-286B-E544-8B3F-F7E2A368D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9E3B3050-2DCC-5848-98D2-09B25D82C9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161CD417-4531-7844-859D-5135370A6A48}" type="slidenum">
              <a:rPr kumimoji="0" lang="zh-CN" altLang="en-US" sz="1200" b="0">
                <a:solidFill>
                  <a:schemeClr val="tx1"/>
                </a:solidFill>
              </a:rPr>
              <a:pPr/>
              <a:t>13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8D45FCB0-5587-4045-B989-A5519A8E3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397FA2C-A424-414C-B463-DFC5E3934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54C05662-0361-624C-A133-D39091327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CF05690B-63FD-4C4B-B5F4-B0EE5116405E}" type="slidenum">
              <a:rPr kumimoji="0" lang="zh-CN" altLang="en-US" sz="1200" b="0">
                <a:solidFill>
                  <a:schemeClr val="tx1"/>
                </a:solidFill>
              </a:rPr>
              <a:pPr/>
              <a:t>14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72F51E1-82AE-E041-9FCD-0FFEDD39B8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D30D1C5-BA17-B14E-9B38-8D39716CE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30D7B6AA-5C4A-9F4F-801B-DA088EE39F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6E2CBDFB-F4F7-4D42-ACCC-CDE91C907CED}" type="slidenum">
              <a:rPr kumimoji="0" lang="zh-CN" altLang="en-US" sz="1200" b="0">
                <a:solidFill>
                  <a:schemeClr val="tx1"/>
                </a:solidFill>
              </a:rPr>
              <a:pPr/>
              <a:t>15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F1FAC432-B186-0644-B5F9-8A3183C171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1B7AC3F-8F15-7742-9DE0-D5C5614A3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3184915A-9714-984A-8E81-959FB585A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F8DD192B-57A7-7F4C-AC0E-1279A28A5FFA}" type="slidenum">
              <a:rPr kumimoji="0" lang="zh-CN" altLang="en-US" sz="1200" b="0">
                <a:solidFill>
                  <a:schemeClr val="tx1"/>
                </a:solidFill>
              </a:rPr>
              <a:pPr/>
              <a:t>16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5F09B72-A941-FC4C-BACA-A23D07E3E1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D9D7305-F4DF-6D49-A8B1-6022401A1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F7711B0B-6712-8B43-98EA-486F91CC7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FC832B3-6F67-744B-BC24-CA7F17DD027E}" type="slidenum">
              <a:rPr kumimoji="0" lang="zh-CN" altLang="en-US" sz="1200" b="0">
                <a:solidFill>
                  <a:schemeClr val="tx1"/>
                </a:solidFill>
              </a:rPr>
              <a:pPr/>
              <a:t>17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89D4FDCC-EFF2-0E43-85DE-EE75D1053E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F841D0A-A407-D24E-B40A-A4DF1A993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E71CD69E-D743-474E-92B6-60DF4832F0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F48F4109-08C5-734D-8FDF-774D86D13BC2}" type="slidenum">
              <a:rPr kumimoji="0" lang="zh-CN" altLang="en-US" sz="1200" b="0">
                <a:solidFill>
                  <a:schemeClr val="tx1"/>
                </a:solidFill>
              </a:rPr>
              <a:pPr/>
              <a:t>18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2E9A6939-2F21-EF42-AB07-01FD90063E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83D0AEF-E421-014D-A73C-DD1AA0A7C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AB809008-1565-8E41-BF88-760605F5F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9BB1F59E-8D5E-E74F-9FF4-05E8CA77CDFD}" type="slidenum">
              <a:rPr kumimoji="0" lang="zh-CN" altLang="en-US" sz="1200" b="0">
                <a:solidFill>
                  <a:schemeClr val="tx1"/>
                </a:solidFill>
              </a:rPr>
              <a:pPr/>
              <a:t>21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F88D03B5-1340-5546-8705-E94346E12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7443276-475E-AB4B-8C95-337AA20E8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45B969C8-BBC9-A64B-8251-63BFA5A550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617B4F9B-3AA1-4249-B4B8-2BBEF4569CE9}" type="slidenum">
              <a:rPr kumimoji="0" lang="zh-CN" altLang="en-US" sz="1200" b="0">
                <a:solidFill>
                  <a:schemeClr val="tx1"/>
                </a:solidFill>
              </a:rPr>
              <a:pPr/>
              <a:t>22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5526FE23-BEFA-8F4C-8E33-3E49204DF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5F4D2BB-2C09-A84C-9AD5-30BF15C87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DB156CED-F1A7-4640-9B7C-64A1A37D62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E5457F38-D458-D74E-8E57-AE73DA53A823}" type="slidenum">
              <a:rPr kumimoji="0" lang="zh-CN" altLang="en-US" sz="1200" b="0">
                <a:solidFill>
                  <a:schemeClr val="tx1"/>
                </a:solidFill>
              </a:rPr>
              <a:pPr/>
              <a:t>23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8D3B45B4-F0C4-B541-8E37-0B725AFB25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5C1F0F1-EA06-AB44-9586-7D3B4C525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69973E34-BD45-884A-83F2-D3512313B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5DD0BF54-89F4-6D46-9905-666FD2EA0485}" type="slidenum">
              <a:rPr kumimoji="0" lang="zh-CN" altLang="en-US" sz="1200" b="0">
                <a:solidFill>
                  <a:schemeClr val="tx1"/>
                </a:solidFill>
              </a:rPr>
              <a:pPr/>
              <a:t>24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00003E8A-93A6-664F-AB06-98230AC34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D4B8CBA-C13E-A549-AB85-B391185F9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6C16019C-C81D-9F4C-8B44-5B531F22D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23EE1D9-15D3-4246-8DA8-284CD5018A22}" type="slidenum">
              <a:rPr kumimoji="0" lang="zh-CN" altLang="en-US" sz="1200" b="0">
                <a:solidFill>
                  <a:schemeClr val="tx1"/>
                </a:solidFill>
              </a:rPr>
              <a:pPr/>
              <a:t>25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A43275EE-130D-1147-90D4-FC3D0362C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BF2FCBE-71C0-BD4B-A40E-AA585AAD3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BB171BAD-D642-5748-84F5-5247403C5E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5B5E776-3969-644E-875A-7C01DFE47B03}" type="slidenum">
              <a:rPr kumimoji="0" lang="zh-CN" altLang="en-US" sz="1200" b="0">
                <a:solidFill>
                  <a:schemeClr val="tx1"/>
                </a:solidFill>
              </a:rPr>
              <a:pPr/>
              <a:t>26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8FCD6FC-C9AE-1E4C-9515-E0E6256101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A7024B6-9B6A-544A-868E-137C6EE3D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772A12B5-3580-3349-AE17-96F7FF2E2D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1C8A7A1-FD26-C94F-B73E-8A56E9E215E6}" type="slidenum">
              <a:rPr kumimoji="0" lang="zh-CN" altLang="en-US" sz="1200" b="0">
                <a:solidFill>
                  <a:schemeClr val="tx1"/>
                </a:solidFill>
              </a:rPr>
              <a:pPr/>
              <a:t>27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2A6375E4-5E1F-4545-AC87-9156AB18D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603EC7F-7964-9D42-BF32-3E54AD12F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C9F31F36-B463-464E-BEAB-52AD4EC1E8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AF4945C3-B380-0343-A59E-7E5615DF8D01}" type="slidenum">
              <a:rPr kumimoji="0" lang="zh-CN" altLang="en-US" sz="1200" b="0">
                <a:solidFill>
                  <a:schemeClr val="tx1"/>
                </a:solidFill>
              </a:rPr>
              <a:pPr/>
              <a:t>28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B2DC56ED-0F96-154F-877E-3BD4723BD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761C5355-8E68-7845-A987-DCA3CDE2F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F75C1B72-E0B4-5A43-ACFE-8A31BE042E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67063F95-9950-4947-A82E-74138647C71B}" type="slidenum">
              <a:rPr kumimoji="0" lang="zh-CN" altLang="en-US" sz="1200" b="0">
                <a:solidFill>
                  <a:schemeClr val="tx1"/>
                </a:solidFill>
              </a:rPr>
              <a:pPr/>
              <a:t>29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E80F095C-9D69-E44F-86BB-92D5A5DDA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19F884CC-CFE8-0A48-87E2-D62EC9668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FA7B754A-28F0-1241-B612-9B669D61EC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D04315AF-DCCA-4748-89A1-5EC4E9C129F5}" type="slidenum">
              <a:rPr kumimoji="0" lang="zh-CN" altLang="en-US" sz="1200" b="0">
                <a:solidFill>
                  <a:schemeClr val="tx1"/>
                </a:solidFill>
              </a:rPr>
              <a:pPr/>
              <a:t>30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E884E8DF-E086-7B4D-BE1E-A0B1F5E9F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79E0EFD-3842-D149-9378-B15030471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F5BA2DDE-F8E4-824B-AD1F-51B329156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C176407-46EC-894D-868D-D2BABD106677}" type="slidenum">
              <a:rPr kumimoji="0" lang="zh-CN" altLang="en-US" sz="1200" b="0">
                <a:solidFill>
                  <a:schemeClr val="tx1"/>
                </a:solidFill>
              </a:rPr>
              <a:pPr/>
              <a:t>31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F49A6DFB-3F21-9242-AE59-473747A58D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3C311AA-8545-7547-99A2-8C7973804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93664FA9-18B1-A946-B2E3-417992CF1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FA641E85-A9DC-C549-A411-245459FC8BF9}" type="slidenum">
              <a:rPr kumimoji="0" lang="zh-CN" altLang="en-US" sz="1200" b="0">
                <a:solidFill>
                  <a:schemeClr val="tx1"/>
                </a:solidFill>
              </a:rPr>
              <a:pPr/>
              <a:t>32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0593A95F-197E-1B41-B4A1-90D6219ED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A3973BD9-5FFF-BE4F-B025-D625686E5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FAAE2365-B7E7-B348-88E6-81B557FEA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916DCB3E-365B-AD48-BB84-9884D6239286}" type="slidenum">
              <a:rPr kumimoji="0" lang="zh-CN" altLang="en-US" sz="1200" b="0">
                <a:solidFill>
                  <a:schemeClr val="tx1"/>
                </a:solidFill>
              </a:rPr>
              <a:pPr/>
              <a:t>33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6000512B-8C8B-884F-A0B9-EA02B6635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34AE8DB-8635-2142-B2B7-F44DBC28D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CF0CAF52-6077-694B-99D2-6DB751895D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E51BC364-24D7-F243-AB10-B3942167D326}" type="slidenum">
              <a:rPr kumimoji="0" lang="zh-CN" altLang="en-US" sz="1200" b="0">
                <a:solidFill>
                  <a:schemeClr val="tx1"/>
                </a:solidFill>
              </a:rPr>
              <a:pPr/>
              <a:t>34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05BB1ECE-C5D3-7441-9A79-CAF4342452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C56D428-B5E5-E244-9141-BFAFCD3A0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78B88795-0095-874F-BF77-2AF6F515A8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6FF97724-04DD-BD4A-A997-E08B739DECC5}" type="slidenum">
              <a:rPr kumimoji="0" lang="zh-CN" altLang="en-US" sz="1200" b="0">
                <a:solidFill>
                  <a:schemeClr val="tx1"/>
                </a:solidFill>
              </a:rPr>
              <a:pPr/>
              <a:t>35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FF4CDEB9-3445-B74F-AB9D-04D83288F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0687BB20-3539-5443-9A98-D677DBC08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478374E1-F5FB-2F46-9310-274B90316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CC81B370-0B4F-9845-92C3-D03979040427}" type="slidenum">
              <a:rPr kumimoji="0" lang="zh-CN" altLang="en-US" sz="1200" b="0">
                <a:solidFill>
                  <a:schemeClr val="tx1"/>
                </a:solidFill>
              </a:rPr>
              <a:pPr/>
              <a:t>36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75A08461-5104-FD4C-A2F5-33D4B7A72A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71601479-2384-4E41-9FC3-FCE84C4CA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D5229301-1ABD-134D-88C1-2EF7412BE8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41F7AF0A-545D-9141-8FC5-26BDCF5E6078}" type="slidenum">
              <a:rPr kumimoji="0" lang="zh-CN" altLang="en-US" sz="1200" b="0">
                <a:solidFill>
                  <a:schemeClr val="tx1"/>
                </a:solidFill>
              </a:rPr>
              <a:pPr/>
              <a:t>37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EEDBC0B3-6E9E-3B48-BD52-37A65A7E18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79CC04E1-D1AF-AD4C-8C2E-3D90E8BBA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120746FE-623E-C74D-96A2-CF7C3CFC7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921423A1-5072-DE4E-9FFE-D6F88C762F87}" type="slidenum">
              <a:rPr kumimoji="0" lang="zh-CN" altLang="en-US" sz="1200" b="0">
                <a:solidFill>
                  <a:schemeClr val="tx1"/>
                </a:solidFill>
              </a:rPr>
              <a:pPr/>
              <a:t>38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3B92A7E9-69DB-3C4F-B381-EF683417ED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F2A4CC45-A644-1C4D-89F2-5B6093F10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ED0D8B64-DDF0-B54D-9B13-00206C7506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007BCDED-7E45-FF46-8B51-E96F744CCE46}" type="slidenum">
              <a:rPr kumimoji="0" lang="zh-CN" altLang="en-US" sz="1200" b="0">
                <a:solidFill>
                  <a:schemeClr val="tx1"/>
                </a:solidFill>
              </a:rPr>
              <a:pPr/>
              <a:t>39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8626203C-FA42-B84B-815A-E0B40F0D81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D69F741-2E56-8944-907D-A525AB830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>
            <a:extLst>
              <a:ext uri="{FF2B5EF4-FFF2-40B4-BE49-F238E27FC236}">
                <a16:creationId xmlns:a16="http://schemas.microsoft.com/office/drawing/2014/main" id="{057E5D90-4504-3C4F-A926-B605FC5E3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004B26C6-7200-3243-A511-B9CF2FBD11A2}" type="slidenum">
              <a:rPr kumimoji="0" lang="zh-CN" altLang="en-US" sz="1200" b="0">
                <a:solidFill>
                  <a:schemeClr val="tx1"/>
                </a:solidFill>
              </a:rPr>
              <a:pPr/>
              <a:t>41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11AF6AE6-0C18-7C48-ADE3-CAB6075FED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451F0E8F-FDA2-7F41-A601-1429E98E1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本身</a:t>
            </a:r>
            <a:r>
              <a:rPr lang="en-US" altLang="zh-CN"/>
              <a:t>C</a:t>
            </a:r>
            <a:r>
              <a:rPr lang="zh-CN" altLang="en-US"/>
              <a:t>是没有对</a:t>
            </a:r>
            <a:r>
              <a:rPr lang="en-US" altLang="zh-CN"/>
              <a:t>malloc</a:t>
            </a:r>
            <a:r>
              <a:rPr lang="zh-CN" altLang="en-US"/>
              <a:t>做对齐的；不过 编译器一般会做优化也就是 </a:t>
            </a:r>
            <a:r>
              <a:rPr lang="en-US" altLang="zh-CN"/>
              <a:t>malloc</a:t>
            </a:r>
            <a:r>
              <a:rPr lang="zh-CN" altLang="en-US"/>
              <a:t>得到的数据都是</a:t>
            </a:r>
            <a:r>
              <a:rPr lang="en-US" altLang="zh-CN"/>
              <a:t>4</a:t>
            </a:r>
            <a:r>
              <a:rPr lang="zh-CN" altLang="en-US"/>
              <a:t>字节或者</a:t>
            </a:r>
            <a:r>
              <a:rPr lang="en-US" altLang="zh-CN"/>
              <a:t>8</a:t>
            </a:r>
            <a:r>
              <a:rPr lang="zh-CN" altLang="en-US"/>
              <a:t>字节对齐的。 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幻灯片图像占位符 1">
            <a:extLst>
              <a:ext uri="{FF2B5EF4-FFF2-40B4-BE49-F238E27FC236}">
                <a16:creationId xmlns:a16="http://schemas.microsoft.com/office/drawing/2014/main" id="{D204C690-A226-9D4B-AF25-681A6699F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8" name="备注占位符 2">
            <a:extLst>
              <a:ext uri="{FF2B5EF4-FFF2-40B4-BE49-F238E27FC236}">
                <a16:creationId xmlns:a16="http://schemas.microsoft.com/office/drawing/2014/main" id="{D29C7669-AAFF-6840-A996-CB331B99B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499" name="幻灯片编号占位符 3">
            <a:extLst>
              <a:ext uri="{FF2B5EF4-FFF2-40B4-BE49-F238E27FC236}">
                <a16:creationId xmlns:a16="http://schemas.microsoft.com/office/drawing/2014/main" id="{3065ACB3-6B91-4946-8BF1-770E8074D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7860ED6E-D22A-2C49-BF4C-8581992E3FB5}" type="slidenum">
              <a:rPr kumimoji="0" lang="zh-CN" altLang="en-US" sz="1200" b="0">
                <a:solidFill>
                  <a:schemeClr val="tx1"/>
                </a:solidFill>
              </a:rPr>
              <a:pPr/>
              <a:t>42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2A9FD5EC-4533-924B-8FCF-E3CCFF31E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2E4B5ED0-0F28-9941-AF01-2F844536CCC9}" type="slidenum">
              <a:rPr kumimoji="0" lang="zh-CN" altLang="en-US" sz="1200" b="0">
                <a:solidFill>
                  <a:schemeClr val="tx1"/>
                </a:solidFill>
              </a:rPr>
              <a:pPr/>
              <a:t>43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BFC7A5C3-AC60-B94D-9F12-588AAA33DF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759CCB60-F206-6C46-8B7D-A06FCF491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>
            <a:extLst>
              <a:ext uri="{FF2B5EF4-FFF2-40B4-BE49-F238E27FC236}">
                <a16:creationId xmlns:a16="http://schemas.microsoft.com/office/drawing/2014/main" id="{4E735138-6B25-9F4F-9397-F6171F2E2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8890CF86-2A7F-4C47-BBB1-6DEB6015FFC8}" type="slidenum">
              <a:rPr kumimoji="0" lang="zh-CN" altLang="en-US" sz="1200" b="0">
                <a:solidFill>
                  <a:schemeClr val="tx1"/>
                </a:solidFill>
              </a:rPr>
              <a:pPr/>
              <a:t>44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E3AE63F3-324C-DF4B-ABEB-BAC9A790F0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42C48F72-C1B9-ED49-BCB0-11AA7F60A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Image Placeholder 1">
            <a:extLst>
              <a:ext uri="{FF2B5EF4-FFF2-40B4-BE49-F238E27FC236}">
                <a16:creationId xmlns:a16="http://schemas.microsoft.com/office/drawing/2014/main" id="{8F9E571B-B0E7-D64E-B093-7BEB183AC5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2" name="Notes Placeholder 2">
            <a:extLst>
              <a:ext uri="{FF2B5EF4-FFF2-40B4-BE49-F238E27FC236}">
                <a16:creationId xmlns:a16="http://schemas.microsoft.com/office/drawing/2014/main" id="{B343541F-F389-4042-B6E7-8DAFA44B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3" name="Slide Number Placeholder 3">
            <a:extLst>
              <a:ext uri="{FF2B5EF4-FFF2-40B4-BE49-F238E27FC236}">
                <a16:creationId xmlns:a16="http://schemas.microsoft.com/office/drawing/2014/main" id="{F3D27A03-9E4E-EA44-8F63-6FA13B8C4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A8E5E618-B829-F344-8CDE-5859C46D3330}" type="slidenum">
              <a:rPr kumimoji="0" lang="zh-CN" altLang="en-US" sz="1200" b="0">
                <a:solidFill>
                  <a:schemeClr val="tx1"/>
                </a:solidFill>
              </a:rPr>
              <a:pPr/>
              <a:t>45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id="{2EBE19A7-D263-2244-BC87-9526A8DF4B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8D929760-4916-AD4B-86C9-9867B7C6C9BC}" type="slidenum">
              <a:rPr kumimoji="0" lang="zh-CN" altLang="en-US" sz="1200" b="0">
                <a:solidFill>
                  <a:schemeClr val="tx1"/>
                </a:solidFill>
              </a:rPr>
              <a:pPr/>
              <a:t>46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78A5A834-E16D-D549-937F-82671A739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3F984250-C86E-8A4E-A266-185C1C492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>
            <a:extLst>
              <a:ext uri="{FF2B5EF4-FFF2-40B4-BE49-F238E27FC236}">
                <a16:creationId xmlns:a16="http://schemas.microsoft.com/office/drawing/2014/main" id="{EBEA9EB2-7C79-DA44-9B8C-F97B4245C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FD873B01-050E-6B4C-8707-1C71585264F1}" type="slidenum">
              <a:rPr kumimoji="0" lang="zh-CN" altLang="en-US" sz="1200" b="0">
                <a:solidFill>
                  <a:schemeClr val="tx1"/>
                </a:solidFill>
              </a:rPr>
              <a:pPr/>
              <a:t>47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D56C4260-C7A1-9C4C-B3B0-3D5402B326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2025906-48FA-2844-927D-02DD86D3D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>
            <a:extLst>
              <a:ext uri="{FF2B5EF4-FFF2-40B4-BE49-F238E27FC236}">
                <a16:creationId xmlns:a16="http://schemas.microsoft.com/office/drawing/2014/main" id="{BC68AD31-FB15-4A4A-9226-9C4825165F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fld id="{47FEFA8A-51E1-6F43-A923-C95FF75A4639}" type="slidenum">
              <a:rPr kumimoji="0" lang="zh-CN" altLang="en-US" sz="1200" b="0">
                <a:solidFill>
                  <a:schemeClr val="tx1"/>
                </a:solidFill>
              </a:rPr>
              <a:pPr/>
              <a:t>48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29DBE98C-EDD6-344B-89AB-D4F02AA61B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09CCD41-9F69-6447-A8D4-8E701DE82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>
            <a:extLst>
              <a:ext uri="{FF2B5EF4-FFF2-40B4-BE49-F238E27FC236}">
                <a16:creationId xmlns:a16="http://schemas.microsoft.com/office/drawing/2014/main" id="{852AE432-5717-784B-B98D-BB677F8AA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983AA-CE0A-5949-908D-7E3D483C6CC0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83A85A12-9D55-2344-9260-1C5888C65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36C83DB1-2BAC-4A48-8427-899E7A165C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85A837-0591-5D47-86B7-E491BE76D2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571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F94BF6-C9AC-B644-B54C-3D7CE8274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6A30B-5A18-524F-9CD4-0FB26943C96A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476F9E-6E59-294B-8AE2-18DB75ED55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6174B8-5320-FB45-8D24-416E7F25DA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5800C-68DD-FE40-929D-06DA7E75CF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48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3C7735-D1CC-6441-9D3B-16D3A5BD9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A9578-0727-EF4C-B1E8-81E49F827E17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ECC550-DC69-B740-8B1E-59125D23C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97A6DC-CB7E-3647-A054-CD0E29E62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4857A-9C4B-394A-9338-D4DD940F85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89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8CB78-3402-0047-82D5-1664E7C1DC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3DF5A-1211-1449-B334-BAF17736CC6C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DE7E1-DCAF-0843-87B1-B478372C8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DEB99-2BB5-884C-9E84-A0B1A98AA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6C7F1-1BD3-5349-9513-CB69FFC32D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46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343A52-9A26-F243-B120-E4501ED208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0C73C-93A3-404C-811E-0BB5C2251C68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46BC359-1C04-134D-B776-891FC3B6B8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20045A1-7126-1043-9F8A-D84571DFAB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A211E-FA1E-F745-8258-744EBF3A18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424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BBE6D9-5762-884B-A060-1877C6210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08C2C-02D9-CB4D-9A16-6DCD606226BA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07B656-1589-4D49-AF80-392B19B979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0F37ED-14E5-774E-AD45-AD67CBCB7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EF837-32F6-AC49-BA95-038F2DFEE0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92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5FD8489-3E96-DD49-809D-E0E94B5FA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C6689-9886-5448-B0CD-09462797F90B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FCAF2A-3128-A14A-B57A-A0A81D452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8DE610-8625-754C-8FF9-230291F8F6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5FC07-B802-D54B-9B8B-2DC0DEBAE0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544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95475-6085-1A43-BC13-73D673F81E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97838E-59AF-4B4F-AA83-34BCE39D3168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87D2D-E6DF-A849-9100-573CF1B9B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66CE1-21C4-FF4B-96C8-649639F877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DFD7E-79DF-B446-A614-362C22F8A6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0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AC740-0B9C-DF45-8350-48AAA37AC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CDE60-9268-8549-8A7E-0BDCBF777D5F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36421-C974-C04B-B88A-E69A97B6D3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02918-323B-954E-BE1C-6221EAC300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D6743-C84B-9441-A2DD-12DAFCF675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356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7C7062-B9E9-1F47-AC1A-0261E817F3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06A78-F3DF-5445-8AE9-2241ADAFF4C1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DEDBF5-2911-BE41-BAC4-317F3AF66B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460E84-5E0F-FA40-A7C5-2F91ED2724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69774-C99A-0B4D-977B-8379841BD3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499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3C345A-1AA9-B441-B2F8-ADD8713242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7A501-94DC-A449-8440-B153B969CE41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2F7139-EA7D-7440-B6D3-F3DD4953C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55B7C6-85EF-BF44-BD3D-546DA9FD0F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CF413-B354-0F4B-91F8-7F23EB4A92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89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F855A2-BC2C-6F47-B5A4-94A0FF267F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958F1-7B8F-694D-BCDC-A1D6238DDAA1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69500-3603-2B47-9B22-412622859F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28476-0987-4148-A2FE-19E468185F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FECD75-69A7-D345-A94E-526F53F7E7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31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71F90F-F5DE-BD4D-8BB3-54DA27B5C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8FA2B02-10D6-3144-BDF6-861CC666B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A047F1E-780B-804D-A4A1-CC486815C3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400" b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835F065-9D5F-3647-BA0B-DFE9C2153D1C}" type="datetime1">
              <a:rPr lang="zh-CN" altLang="en-US"/>
              <a:pPr>
                <a:defRPr/>
              </a:pPr>
              <a:t>2024/11/18</a:t>
            </a:fld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8328C3A-C8BB-2A49-92BE-0883432FEA7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76A5AC2-B1DB-F944-AD0B-5ACFBC3B09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03416B4-7DFD-A440-B486-45EEA469E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9C254EB9-88F2-AE45-B377-E76C29156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30">
            <a:extLst>
              <a:ext uri="{FF2B5EF4-FFF2-40B4-BE49-F238E27FC236}">
                <a16:creationId xmlns:a16="http://schemas.microsoft.com/office/drawing/2014/main" id="{72AD808D-F599-E940-B734-D6628266E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C3018E-3E4E-2945-89EB-C7A39F527DF3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A2EF488-5CC4-7746-9729-0B65B5180E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程序的机器级表示（</a:t>
            </a:r>
            <a:r>
              <a:rPr lang="en-US" altLang="zh-CN" sz="3600">
                <a:ea typeface="宋体" panose="02010600030101010101" pitchFamily="2" charset="-122"/>
              </a:rPr>
              <a:t>6</a:t>
            </a:r>
            <a:r>
              <a:rPr lang="zh-CN" altLang="en-US" sz="3600">
                <a:ea typeface="宋体" panose="02010600030101010101" pitchFamily="2" charset="-122"/>
              </a:rPr>
              <a:t>）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16387" name="矩形 3">
            <a:extLst>
              <a:ext uri="{FF2B5EF4-FFF2-40B4-BE49-F238E27FC236}">
                <a16:creationId xmlns:a16="http://schemas.microsoft.com/office/drawing/2014/main" id="{760F28C7-FBED-354F-9F66-FCF488ECA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792" y="4789488"/>
            <a:ext cx="133241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柴云鹏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2024.11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30">
            <a:extLst>
              <a:ext uri="{FF2B5EF4-FFF2-40B4-BE49-F238E27FC236}">
                <a16:creationId xmlns:a16="http://schemas.microsoft.com/office/drawing/2014/main" id="{9864C2C1-2C8E-0143-98D9-6DD530393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86FDBF-B087-1A46-BA02-B39CC97E51B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89AE2D5-EABE-D741-AB1F-AAF796EB7F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方正姚体" pitchFamily="2" charset="-122"/>
              </a:rPr>
              <a:t>Buffer Overflow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>
            <a:extLst>
              <a:ext uri="{FF2B5EF4-FFF2-40B4-BE49-F238E27FC236}">
                <a16:creationId xmlns:a16="http://schemas.microsoft.com/office/drawing/2014/main" id="{20E1C30B-4970-A845-8C66-C75CD215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752350-2E54-EE49-BB0E-858E1F005172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5B3829FA-B09C-6A46-AAD7-2A2C3F747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3F6A77D-348A-4040-9D60-532E8C20F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800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Implementation of library function gets()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*gets(char *s)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c;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*dest =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int got_char = 0 ; 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/Has at least one character been read? */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 ((c = getchar()) != ’\n’ &amp;&amp; c != EOF)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			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*dest++ = c;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No bounds checking */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		gotchar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*dest++ = ’\0’; 		/* Terminate String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 (c == EOF &amp;&amp; !gotchar)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 	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NULL;   /* End of file or error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 		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>
            <a:extLst>
              <a:ext uri="{FF2B5EF4-FFF2-40B4-BE49-F238E27FC236}">
                <a16:creationId xmlns:a16="http://schemas.microsoft.com/office/drawing/2014/main" id="{C1D4CF07-DE5D-DE4D-8841-ACB3B96F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73AEDE-FD4E-7F43-A631-89CE1A5D9530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58CDD62-E456-354D-A699-E94573B16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989DC96-F234-9C42-8DFE-1CF019819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 Read input line and write it back */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15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echo()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 	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buf[8]; 	/* Way too small ! */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 	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gets(buf);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 	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puts(buf);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>
            <a:extLst>
              <a:ext uri="{FF2B5EF4-FFF2-40B4-BE49-F238E27FC236}">
                <a16:creationId xmlns:a16="http://schemas.microsoft.com/office/drawing/2014/main" id="{8D6D4CEA-C20C-2047-B765-6AEE2616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32FCB7-CF45-E44E-8291-9806022982B5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047D6290-3218-2642-8F06-65F5C1A31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graphicFrame>
        <p:nvGraphicFramePr>
          <p:cNvPr id="1458179" name="Group 3">
            <a:extLst>
              <a:ext uri="{FF2B5EF4-FFF2-40B4-BE49-F238E27FC236}">
                <a16:creationId xmlns:a16="http://schemas.microsoft.com/office/drawing/2014/main" id="{CAC567A1-23E2-CC43-8A00-F94C8BE22137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3352800" cy="45418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42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Return address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Saved %ebp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Saved %ebx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[7]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[6]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[3]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[2]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[0]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648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78" name="Line 23">
            <a:extLst>
              <a:ext uri="{FF2B5EF4-FFF2-40B4-BE49-F238E27FC236}">
                <a16:creationId xmlns:a16="http://schemas.microsoft.com/office/drawing/2014/main" id="{89358CD9-DE2E-3740-97B0-5E81FAA131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1315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9" name="Text Box 24">
            <a:extLst>
              <a:ext uri="{FF2B5EF4-FFF2-40B4-BE49-F238E27FC236}">
                <a16:creationId xmlns:a16="http://schemas.microsoft.com/office/drawing/2014/main" id="{6A24A641-021E-C64C-86B8-CF60AF683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%ebp</a:t>
            </a:r>
          </a:p>
        </p:txBody>
      </p:sp>
      <p:sp>
        <p:nvSpPr>
          <p:cNvPr id="27680" name="Line 25">
            <a:extLst>
              <a:ext uri="{FF2B5EF4-FFF2-40B4-BE49-F238E27FC236}">
                <a16:creationId xmlns:a16="http://schemas.microsoft.com/office/drawing/2014/main" id="{326D3EF1-6DDD-374D-8844-242D4AF72E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984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1" name="Text Box 26">
            <a:extLst>
              <a:ext uri="{FF2B5EF4-FFF2-40B4-BE49-F238E27FC236}">
                <a16:creationId xmlns:a16="http://schemas.microsoft.com/office/drawing/2014/main" id="{1C8B601F-FF7F-7C4B-95E2-3B169B8F0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</a:p>
        </p:txBody>
      </p:sp>
      <p:sp>
        <p:nvSpPr>
          <p:cNvPr id="27682" name="左大括号 8">
            <a:extLst>
              <a:ext uri="{FF2B5EF4-FFF2-40B4-BE49-F238E27FC236}">
                <a16:creationId xmlns:a16="http://schemas.microsoft.com/office/drawing/2014/main" id="{DFA66DD3-B6BC-EA40-AE34-88917F4CAC54}"/>
              </a:ext>
            </a:extLst>
          </p:cNvPr>
          <p:cNvSpPr>
            <a:spLocks/>
          </p:cNvSpPr>
          <p:nvPr/>
        </p:nvSpPr>
        <p:spPr bwMode="auto">
          <a:xfrm>
            <a:off x="1905000" y="1600200"/>
            <a:ext cx="307975" cy="1371600"/>
          </a:xfrm>
          <a:prstGeom prst="leftBrace">
            <a:avLst>
              <a:gd name="adj1" fmla="val 83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3" name="矩形 9">
            <a:extLst>
              <a:ext uri="{FF2B5EF4-FFF2-40B4-BE49-F238E27FC236}">
                <a16:creationId xmlns:a16="http://schemas.microsoft.com/office/drawing/2014/main" id="{4320EC68-868F-414D-BF01-E5EDA3BDB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54200"/>
            <a:ext cx="1676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caller</a:t>
            </a:r>
          </a:p>
        </p:txBody>
      </p:sp>
      <p:sp>
        <p:nvSpPr>
          <p:cNvPr id="27684" name="左大括号 10">
            <a:extLst>
              <a:ext uri="{FF2B5EF4-FFF2-40B4-BE49-F238E27FC236}">
                <a16:creationId xmlns:a16="http://schemas.microsoft.com/office/drawing/2014/main" id="{1B7D0CF6-51AE-5948-84E2-F900783EAA8F}"/>
              </a:ext>
            </a:extLst>
          </p:cNvPr>
          <p:cNvSpPr>
            <a:spLocks/>
          </p:cNvSpPr>
          <p:nvPr/>
        </p:nvSpPr>
        <p:spPr bwMode="auto">
          <a:xfrm>
            <a:off x="2057400" y="3124200"/>
            <a:ext cx="307975" cy="2895600"/>
          </a:xfrm>
          <a:prstGeom prst="leftBrace">
            <a:avLst>
              <a:gd name="adj1" fmla="val 8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85" name="矩形 11">
            <a:extLst>
              <a:ext uri="{FF2B5EF4-FFF2-40B4-BE49-F238E27FC236}">
                <a16:creationId xmlns:a16="http://schemas.microsoft.com/office/drawing/2014/main" id="{DF80AA18-CDFB-944C-A5DF-E905791E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echo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>
            <a:extLst>
              <a:ext uri="{FF2B5EF4-FFF2-40B4-BE49-F238E27FC236}">
                <a16:creationId xmlns:a16="http://schemas.microsoft.com/office/drawing/2014/main" id="{3D9EB857-2F92-754B-BA11-C3D6C743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43BFCE-9157-3549-A24B-480C7BD4B603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DD081D23-7007-8648-8B6C-088B5820C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graphicFrame>
        <p:nvGraphicFramePr>
          <p:cNvPr id="1458179" name="Group 3">
            <a:extLst>
              <a:ext uri="{FF2B5EF4-FFF2-40B4-BE49-F238E27FC236}">
                <a16:creationId xmlns:a16="http://schemas.microsoft.com/office/drawing/2014/main" id="{8286E56A-5454-404F-BCED-4FFB00B8D459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3352800" cy="45418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42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Return address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Saved %ebp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[11]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[10]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[9]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[8]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[7]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[6]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[3]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[2]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[0]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648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729" name="Line 23">
            <a:extLst>
              <a:ext uri="{FF2B5EF4-FFF2-40B4-BE49-F238E27FC236}">
                <a16:creationId xmlns:a16="http://schemas.microsoft.com/office/drawing/2014/main" id="{0CD33F74-00A6-A047-BEC8-D8AA86FD02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1315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0" name="Text Box 24">
            <a:extLst>
              <a:ext uri="{FF2B5EF4-FFF2-40B4-BE49-F238E27FC236}">
                <a16:creationId xmlns:a16="http://schemas.microsoft.com/office/drawing/2014/main" id="{89337FAC-4014-4D42-BF29-CDA8F85CB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%ebp</a:t>
            </a:r>
          </a:p>
        </p:txBody>
      </p:sp>
      <p:sp>
        <p:nvSpPr>
          <p:cNvPr id="29731" name="Line 25">
            <a:extLst>
              <a:ext uri="{FF2B5EF4-FFF2-40B4-BE49-F238E27FC236}">
                <a16:creationId xmlns:a16="http://schemas.microsoft.com/office/drawing/2014/main" id="{3B12C1D1-1344-B549-B4A9-5BA5155449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984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2" name="Text Box 26">
            <a:extLst>
              <a:ext uri="{FF2B5EF4-FFF2-40B4-BE49-F238E27FC236}">
                <a16:creationId xmlns:a16="http://schemas.microsoft.com/office/drawing/2014/main" id="{50679C0F-DBC2-8245-AF57-6FCDF84F5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</a:p>
        </p:txBody>
      </p:sp>
      <p:sp>
        <p:nvSpPr>
          <p:cNvPr id="29733" name="左大括号 8">
            <a:extLst>
              <a:ext uri="{FF2B5EF4-FFF2-40B4-BE49-F238E27FC236}">
                <a16:creationId xmlns:a16="http://schemas.microsoft.com/office/drawing/2014/main" id="{E3D832D1-373E-3D48-A978-ABC35718E55F}"/>
              </a:ext>
            </a:extLst>
          </p:cNvPr>
          <p:cNvSpPr>
            <a:spLocks/>
          </p:cNvSpPr>
          <p:nvPr/>
        </p:nvSpPr>
        <p:spPr bwMode="auto">
          <a:xfrm>
            <a:off x="1905000" y="1600200"/>
            <a:ext cx="307975" cy="1371600"/>
          </a:xfrm>
          <a:prstGeom prst="leftBrace">
            <a:avLst>
              <a:gd name="adj1" fmla="val 83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4" name="矩形 9">
            <a:extLst>
              <a:ext uri="{FF2B5EF4-FFF2-40B4-BE49-F238E27FC236}">
                <a16:creationId xmlns:a16="http://schemas.microsoft.com/office/drawing/2014/main" id="{1672AE2D-AB7B-0149-9F76-A06EA22A1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54200"/>
            <a:ext cx="1676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caller</a:t>
            </a:r>
          </a:p>
        </p:txBody>
      </p:sp>
      <p:sp>
        <p:nvSpPr>
          <p:cNvPr id="29735" name="左大括号 10">
            <a:extLst>
              <a:ext uri="{FF2B5EF4-FFF2-40B4-BE49-F238E27FC236}">
                <a16:creationId xmlns:a16="http://schemas.microsoft.com/office/drawing/2014/main" id="{D8D80B82-5492-AB43-BCD7-F385AC8863B1}"/>
              </a:ext>
            </a:extLst>
          </p:cNvPr>
          <p:cNvSpPr>
            <a:spLocks/>
          </p:cNvSpPr>
          <p:nvPr/>
        </p:nvSpPr>
        <p:spPr bwMode="auto">
          <a:xfrm>
            <a:off x="2057400" y="3124200"/>
            <a:ext cx="307975" cy="2895600"/>
          </a:xfrm>
          <a:prstGeom prst="leftBrace">
            <a:avLst>
              <a:gd name="adj1" fmla="val 8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6" name="矩形 11">
            <a:extLst>
              <a:ext uri="{FF2B5EF4-FFF2-40B4-BE49-F238E27FC236}">
                <a16:creationId xmlns:a16="http://schemas.microsoft.com/office/drawing/2014/main" id="{1CE905CB-7F49-754A-BF52-BDF935B0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echo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>
            <a:extLst>
              <a:ext uri="{FF2B5EF4-FFF2-40B4-BE49-F238E27FC236}">
                <a16:creationId xmlns:a16="http://schemas.microsoft.com/office/drawing/2014/main" id="{6CD22F63-3810-344D-A552-EFB9D9D4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8AD720-19C8-6D4B-A070-05E11CD6D113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EB0F1A57-9D36-5B4A-AD93-231113F55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graphicFrame>
        <p:nvGraphicFramePr>
          <p:cNvPr id="1458179" name="Group 3">
            <a:extLst>
              <a:ext uri="{FF2B5EF4-FFF2-40B4-BE49-F238E27FC236}">
                <a16:creationId xmlns:a16="http://schemas.microsoft.com/office/drawing/2014/main" id="{7D476707-E12E-C241-BBFF-42E478D1141A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3352800" cy="45418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42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Return address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[13]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[12]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[11]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[10]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[9]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[8]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[7]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[6]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[3]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[2]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[0]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648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780" name="Line 23">
            <a:extLst>
              <a:ext uri="{FF2B5EF4-FFF2-40B4-BE49-F238E27FC236}">
                <a16:creationId xmlns:a16="http://schemas.microsoft.com/office/drawing/2014/main" id="{873915B1-9074-9345-AE7F-7A811E6424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1315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1" name="Text Box 24">
            <a:extLst>
              <a:ext uri="{FF2B5EF4-FFF2-40B4-BE49-F238E27FC236}">
                <a16:creationId xmlns:a16="http://schemas.microsoft.com/office/drawing/2014/main" id="{B4176E05-DA77-7546-A5A9-2868C920E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%ebp</a:t>
            </a:r>
          </a:p>
        </p:txBody>
      </p:sp>
      <p:sp>
        <p:nvSpPr>
          <p:cNvPr id="31782" name="Line 25">
            <a:extLst>
              <a:ext uri="{FF2B5EF4-FFF2-40B4-BE49-F238E27FC236}">
                <a16:creationId xmlns:a16="http://schemas.microsoft.com/office/drawing/2014/main" id="{F2C7479E-C8BD-C24C-A548-44A7827837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984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Text Box 26">
            <a:extLst>
              <a:ext uri="{FF2B5EF4-FFF2-40B4-BE49-F238E27FC236}">
                <a16:creationId xmlns:a16="http://schemas.microsoft.com/office/drawing/2014/main" id="{3944FE24-6D2F-F046-8991-315A21A37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</a:p>
        </p:txBody>
      </p:sp>
      <p:sp>
        <p:nvSpPr>
          <p:cNvPr id="31784" name="左大括号 8">
            <a:extLst>
              <a:ext uri="{FF2B5EF4-FFF2-40B4-BE49-F238E27FC236}">
                <a16:creationId xmlns:a16="http://schemas.microsoft.com/office/drawing/2014/main" id="{5BE01FE0-4B27-3B46-98E5-48DDAD63AECE}"/>
              </a:ext>
            </a:extLst>
          </p:cNvPr>
          <p:cNvSpPr>
            <a:spLocks/>
          </p:cNvSpPr>
          <p:nvPr/>
        </p:nvSpPr>
        <p:spPr bwMode="auto">
          <a:xfrm>
            <a:off x="1905000" y="1600200"/>
            <a:ext cx="307975" cy="1371600"/>
          </a:xfrm>
          <a:prstGeom prst="leftBrace">
            <a:avLst>
              <a:gd name="adj1" fmla="val 83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5" name="矩形 9">
            <a:extLst>
              <a:ext uri="{FF2B5EF4-FFF2-40B4-BE49-F238E27FC236}">
                <a16:creationId xmlns:a16="http://schemas.microsoft.com/office/drawing/2014/main" id="{2DB5719F-E819-FE48-A2E6-F4E0E3EA0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54200"/>
            <a:ext cx="1676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caller</a:t>
            </a:r>
          </a:p>
        </p:txBody>
      </p:sp>
      <p:sp>
        <p:nvSpPr>
          <p:cNvPr id="31786" name="左大括号 10">
            <a:extLst>
              <a:ext uri="{FF2B5EF4-FFF2-40B4-BE49-F238E27FC236}">
                <a16:creationId xmlns:a16="http://schemas.microsoft.com/office/drawing/2014/main" id="{0A591D38-775D-0343-BB03-3E7B1CFE99D3}"/>
              </a:ext>
            </a:extLst>
          </p:cNvPr>
          <p:cNvSpPr>
            <a:spLocks/>
          </p:cNvSpPr>
          <p:nvPr/>
        </p:nvSpPr>
        <p:spPr bwMode="auto">
          <a:xfrm>
            <a:off x="2057400" y="3124200"/>
            <a:ext cx="307975" cy="2895600"/>
          </a:xfrm>
          <a:prstGeom prst="leftBrace">
            <a:avLst>
              <a:gd name="adj1" fmla="val 8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7" name="矩形 11">
            <a:extLst>
              <a:ext uri="{FF2B5EF4-FFF2-40B4-BE49-F238E27FC236}">
                <a16:creationId xmlns:a16="http://schemas.microsoft.com/office/drawing/2014/main" id="{182167B8-8A97-8445-BF3F-DFD7EC24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echo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>
            <a:extLst>
              <a:ext uri="{FF2B5EF4-FFF2-40B4-BE49-F238E27FC236}">
                <a16:creationId xmlns:a16="http://schemas.microsoft.com/office/drawing/2014/main" id="{D6E5A1E3-1AB7-4E40-8CB0-5D7D068A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5D6557-AA02-9E42-B89A-BA25058A9A0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F76DACB-6D2F-9445-929E-1E5420EE0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方正舒体" pitchFamily="2" charset="-122"/>
              </a:rPr>
              <a:t>Out-of-Bounds Memory References </a:t>
            </a:r>
          </a:p>
        </p:txBody>
      </p:sp>
      <p:graphicFrame>
        <p:nvGraphicFramePr>
          <p:cNvPr id="1458179" name="Group 3">
            <a:extLst>
              <a:ext uri="{FF2B5EF4-FFF2-40B4-BE49-F238E27FC236}">
                <a16:creationId xmlns:a16="http://schemas.microsoft.com/office/drawing/2014/main" id="{B269CD90-F6C8-2B4E-8FFF-B5781440ED77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3352800" cy="45418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42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[19]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[18]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[17]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[16]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[13]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[12]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[11]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[10]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[9]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[8]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[7]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[6]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[5]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[4]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[3]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[2]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[0]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648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831" name="Line 23">
            <a:extLst>
              <a:ext uri="{FF2B5EF4-FFF2-40B4-BE49-F238E27FC236}">
                <a16:creationId xmlns:a16="http://schemas.microsoft.com/office/drawing/2014/main" id="{9FD3F3C4-D4F5-8744-80AE-76FADB99EB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1315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2" name="Text Box 24">
            <a:extLst>
              <a:ext uri="{FF2B5EF4-FFF2-40B4-BE49-F238E27FC236}">
                <a16:creationId xmlns:a16="http://schemas.microsoft.com/office/drawing/2014/main" id="{71E3F16E-6500-A14B-8FD3-994917DEC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4290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%ebp</a:t>
            </a:r>
          </a:p>
        </p:txBody>
      </p:sp>
      <p:sp>
        <p:nvSpPr>
          <p:cNvPr id="33833" name="Line 25">
            <a:extLst>
              <a:ext uri="{FF2B5EF4-FFF2-40B4-BE49-F238E27FC236}">
                <a16:creationId xmlns:a16="http://schemas.microsoft.com/office/drawing/2014/main" id="{E1862E92-C297-D84A-BB60-DBF9FBEF6A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984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4" name="Text Box 26">
            <a:extLst>
              <a:ext uri="{FF2B5EF4-FFF2-40B4-BE49-F238E27FC236}">
                <a16:creationId xmlns:a16="http://schemas.microsoft.com/office/drawing/2014/main" id="{248874FD-860C-8448-9329-1B14F7188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</a:p>
        </p:txBody>
      </p:sp>
      <p:sp>
        <p:nvSpPr>
          <p:cNvPr id="33835" name="左大括号 8">
            <a:extLst>
              <a:ext uri="{FF2B5EF4-FFF2-40B4-BE49-F238E27FC236}">
                <a16:creationId xmlns:a16="http://schemas.microsoft.com/office/drawing/2014/main" id="{DDB61D0A-1BFC-FA42-9ACA-1CB77C082D1C}"/>
              </a:ext>
            </a:extLst>
          </p:cNvPr>
          <p:cNvSpPr>
            <a:spLocks/>
          </p:cNvSpPr>
          <p:nvPr/>
        </p:nvSpPr>
        <p:spPr bwMode="auto">
          <a:xfrm>
            <a:off x="1905000" y="1600200"/>
            <a:ext cx="307975" cy="1371600"/>
          </a:xfrm>
          <a:prstGeom prst="leftBrace">
            <a:avLst>
              <a:gd name="adj1" fmla="val 83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36" name="矩形 9">
            <a:extLst>
              <a:ext uri="{FF2B5EF4-FFF2-40B4-BE49-F238E27FC236}">
                <a16:creationId xmlns:a16="http://schemas.microsoft.com/office/drawing/2014/main" id="{0BD921F6-376E-A340-9CD8-944CF6768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54200"/>
            <a:ext cx="1676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caller</a:t>
            </a:r>
          </a:p>
        </p:txBody>
      </p:sp>
      <p:sp>
        <p:nvSpPr>
          <p:cNvPr id="33837" name="左大括号 10">
            <a:extLst>
              <a:ext uri="{FF2B5EF4-FFF2-40B4-BE49-F238E27FC236}">
                <a16:creationId xmlns:a16="http://schemas.microsoft.com/office/drawing/2014/main" id="{F2717BCD-9B02-DF40-B295-79F396D73F32}"/>
              </a:ext>
            </a:extLst>
          </p:cNvPr>
          <p:cNvSpPr>
            <a:spLocks/>
          </p:cNvSpPr>
          <p:nvPr/>
        </p:nvSpPr>
        <p:spPr bwMode="auto">
          <a:xfrm>
            <a:off x="2057400" y="3124200"/>
            <a:ext cx="307975" cy="2895600"/>
          </a:xfrm>
          <a:prstGeom prst="leftBrace">
            <a:avLst>
              <a:gd name="adj1" fmla="val 8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38" name="矩形 11">
            <a:extLst>
              <a:ext uri="{FF2B5EF4-FFF2-40B4-BE49-F238E27FC236}">
                <a16:creationId xmlns:a16="http://schemas.microsoft.com/office/drawing/2014/main" id="{5C9E3B31-E523-E044-92A0-84E025F9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echo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>
            <a:extLst>
              <a:ext uri="{FF2B5EF4-FFF2-40B4-BE49-F238E27FC236}">
                <a16:creationId xmlns:a16="http://schemas.microsoft.com/office/drawing/2014/main" id="{517DE417-4EC0-2C46-ABA8-8AC03593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BFF854-1E5A-A742-A625-30B98ACECAFC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0E4D273-623C-6843-B569-AC8A60E58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kumimoji="1" lang="en-US" altLang="zh-CN" dirty="0">
                <a:ea typeface="宋体" panose="02010600030101010101" pitchFamily="2" charset="-122"/>
              </a:rPr>
              <a:t>Malicious Use of Buffer Overflow</a:t>
            </a:r>
          </a:p>
        </p:txBody>
      </p:sp>
      <p:grpSp>
        <p:nvGrpSpPr>
          <p:cNvPr id="35843" name="Group 3">
            <a:extLst>
              <a:ext uri="{FF2B5EF4-FFF2-40B4-BE49-F238E27FC236}">
                <a16:creationId xmlns:a16="http://schemas.microsoft.com/office/drawing/2014/main" id="{FADA9A1A-A098-AB4F-8088-048E74CF237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752600"/>
            <a:ext cx="3860800" cy="2919413"/>
            <a:chOff x="288" y="1586"/>
            <a:chExt cx="2432" cy="1839"/>
          </a:xfrm>
        </p:grpSpPr>
        <p:sp>
          <p:nvSpPr>
            <p:cNvPr id="35859" name="Rectangle 4">
              <a:extLst>
                <a:ext uri="{FF2B5EF4-FFF2-40B4-BE49-F238E27FC236}">
                  <a16:creationId xmlns:a16="http://schemas.microsoft.com/office/drawing/2014/main" id="{F514D487-7B81-EC4C-A9D5-216790874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2496"/>
              <a:ext cx="1536" cy="92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457200" algn="l"/>
                  <a:tab pos="14859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457200" algn="l"/>
                  <a:tab pos="14859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void bar() 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  char buf[64];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  gets(buf);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  ...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}</a:t>
              </a:r>
            </a:p>
          </p:txBody>
        </p:sp>
        <p:sp>
          <p:nvSpPr>
            <p:cNvPr id="35860" name="Rectangle 5">
              <a:extLst>
                <a:ext uri="{FF2B5EF4-FFF2-40B4-BE49-F238E27FC236}">
                  <a16:creationId xmlns:a16="http://schemas.microsoft.com/office/drawing/2014/main" id="{3545858B-EA49-1C4A-8DDE-4E3424CC1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1586"/>
              <a:ext cx="1152" cy="7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457200" algn="l"/>
                  <a:tab pos="1485900" algn="l"/>
                </a:tabLst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457200" algn="l"/>
                  <a:tab pos="1485900" algn="l"/>
                </a:tabLst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57200" algn="l"/>
                  <a:tab pos="1485900" algn="l"/>
                </a:tabLst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void foo(){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  bar();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  ...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}</a:t>
              </a:r>
            </a:p>
          </p:txBody>
        </p:sp>
        <p:sp>
          <p:nvSpPr>
            <p:cNvPr id="35861" name="Text Box 6">
              <a:extLst>
                <a:ext uri="{FF2B5EF4-FFF2-40B4-BE49-F238E27FC236}">
                  <a16:creationId xmlns:a16="http://schemas.microsoft.com/office/drawing/2014/main" id="{64D5DE66-76F8-B544-B1CF-7F2E2BBE4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776"/>
              <a:ext cx="6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return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address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5862" name="Line 7">
              <a:extLst>
                <a:ext uri="{FF2B5EF4-FFF2-40B4-BE49-F238E27FC236}">
                  <a16:creationId xmlns:a16="http://schemas.microsoft.com/office/drawing/2014/main" id="{7F04BD6A-6F21-2549-AA06-95D1E31C5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064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844" name="Group 8">
            <a:extLst>
              <a:ext uri="{FF2B5EF4-FFF2-40B4-BE49-F238E27FC236}">
                <a16:creationId xmlns:a16="http://schemas.microsoft.com/office/drawing/2014/main" id="{07312509-1749-9846-B33E-573C5A65182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524000"/>
            <a:ext cx="4705350" cy="4432300"/>
            <a:chOff x="2780" y="960"/>
            <a:chExt cx="2964" cy="2792"/>
          </a:xfrm>
        </p:grpSpPr>
        <p:sp>
          <p:nvSpPr>
            <p:cNvPr id="35845" name="Text Box 9">
              <a:extLst>
                <a:ext uri="{FF2B5EF4-FFF2-40B4-BE49-F238E27FC236}">
                  <a16:creationId xmlns:a16="http://schemas.microsoft.com/office/drawing/2014/main" id="{437D5FEA-CF10-BB46-8C07-58BE6DA37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0"/>
              <a:ext cx="144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Stack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after call to </a:t>
              </a: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gets()</a:t>
              </a:r>
            </a:p>
          </p:txBody>
        </p:sp>
        <p:sp>
          <p:nvSpPr>
            <p:cNvPr id="35846" name="Rectangle 10">
              <a:extLst>
                <a:ext uri="{FF2B5EF4-FFF2-40B4-BE49-F238E27FC236}">
                  <a16:creationId xmlns:a16="http://schemas.microsoft.com/office/drawing/2014/main" id="{058697A1-4E85-E648-8113-B3EEBA167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2120"/>
              <a:ext cx="672" cy="24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5847" name="Rectangle 11">
              <a:extLst>
                <a:ext uri="{FF2B5EF4-FFF2-40B4-BE49-F238E27FC236}">
                  <a16:creationId xmlns:a16="http://schemas.microsoft.com/office/drawing/2014/main" id="{2A8D60C1-EFCB-9D40-A824-A7AFF164D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1352"/>
              <a:ext cx="672" cy="76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800">
                <a:latin typeface="Courier New" panose="020703090202050204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AutoShape 12">
              <a:extLst>
                <a:ext uri="{FF2B5EF4-FFF2-40B4-BE49-F238E27FC236}">
                  <a16:creationId xmlns:a16="http://schemas.microsoft.com/office/drawing/2014/main" id="{0D96B32C-80B4-4E4F-A427-3B5C5EB5D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352"/>
              <a:ext cx="144" cy="1008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AutoShape 13">
              <a:extLst>
                <a:ext uri="{FF2B5EF4-FFF2-40B4-BE49-F238E27FC236}">
                  <a16:creationId xmlns:a16="http://schemas.microsoft.com/office/drawing/2014/main" id="{E9C1B12F-3665-9F4D-A839-F6D0F2C7F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360"/>
              <a:ext cx="133" cy="1392"/>
            </a:xfrm>
            <a:prstGeom prst="rightBrace">
              <a:avLst>
                <a:gd name="adj1" fmla="val 8721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Rectangle 14">
              <a:extLst>
                <a:ext uri="{FF2B5EF4-FFF2-40B4-BE49-F238E27FC236}">
                  <a16:creationId xmlns:a16="http://schemas.microsoft.com/office/drawing/2014/main" id="{6DABFD68-935A-664D-8272-1D7CAF426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3360"/>
              <a:ext cx="672" cy="3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800">
                <a:latin typeface="Courier New" panose="02070309020205020404" pitchFamily="49" charset="0"/>
                <a:ea typeface="宋体" panose="02010600030101010101" pitchFamily="2" charset="-122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kumimoji="0" lang="zh-CN" altLang="en-US" sz="1800">
                <a:latin typeface="Courier New" panose="020703090202050204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Text Box 15">
              <a:extLst>
                <a:ext uri="{FF2B5EF4-FFF2-40B4-BE49-F238E27FC236}">
                  <a16:creationId xmlns:a16="http://schemas.microsoft.com/office/drawing/2014/main" id="{AD4FBC77-17D9-624D-9146-2547687D4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1736"/>
              <a:ext cx="1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foo stack frame</a:t>
              </a:r>
            </a:p>
          </p:txBody>
        </p:sp>
        <p:sp>
          <p:nvSpPr>
            <p:cNvPr id="35852" name="Text Box 16">
              <a:extLst>
                <a:ext uri="{FF2B5EF4-FFF2-40B4-BE49-F238E27FC236}">
                  <a16:creationId xmlns:a16="http://schemas.microsoft.com/office/drawing/2014/main" id="{759A0B32-822B-8144-9CFE-A1EFC9977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4" y="2945"/>
              <a:ext cx="11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bar stack frame</a:t>
              </a:r>
            </a:p>
          </p:txBody>
        </p:sp>
        <p:sp>
          <p:nvSpPr>
            <p:cNvPr id="35853" name="Text Box 17">
              <a:extLst>
                <a:ext uri="{FF2B5EF4-FFF2-40B4-BE49-F238E27FC236}">
                  <a16:creationId xmlns:a16="http://schemas.microsoft.com/office/drawing/2014/main" id="{96C5E1C7-B3FE-CE46-BC55-70A3AC747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3253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5854" name="Line 18">
              <a:extLst>
                <a:ext uri="{FF2B5EF4-FFF2-40B4-BE49-F238E27FC236}">
                  <a16:creationId xmlns:a16="http://schemas.microsoft.com/office/drawing/2014/main" id="{698DE43D-E8B2-2745-8C15-20184F26B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36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55" name="Rectangle 19">
              <a:extLst>
                <a:ext uri="{FF2B5EF4-FFF2-40B4-BE49-F238E27FC236}">
                  <a16:creationId xmlns:a16="http://schemas.microsoft.com/office/drawing/2014/main" id="{BB5B1AF9-213A-6E40-ADEE-BD8664AE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941"/>
              <a:ext cx="672" cy="422"/>
            </a:xfrm>
            <a:prstGeom prst="rect">
              <a:avLst/>
            </a:prstGeom>
            <a:solidFill>
              <a:srgbClr val="C0C0C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exploit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code</a:t>
              </a:r>
            </a:p>
          </p:txBody>
        </p:sp>
        <p:sp>
          <p:nvSpPr>
            <p:cNvPr id="35856" name="Rectangle 20">
              <a:extLst>
                <a:ext uri="{FF2B5EF4-FFF2-40B4-BE49-F238E27FC236}">
                  <a16:creationId xmlns:a16="http://schemas.microsoft.com/office/drawing/2014/main" id="{75564EE2-9666-D24D-B0F8-AB7A3B877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357"/>
              <a:ext cx="672" cy="590"/>
            </a:xfrm>
            <a:prstGeom prst="rect">
              <a:avLst/>
            </a:prstGeom>
            <a:solidFill>
              <a:srgbClr val="C0C0C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pad</a:t>
              </a:r>
            </a:p>
          </p:txBody>
        </p:sp>
        <p:sp>
          <p:nvSpPr>
            <p:cNvPr id="35857" name="AutoShape 21">
              <a:extLst>
                <a:ext uri="{FF2B5EF4-FFF2-40B4-BE49-F238E27FC236}">
                  <a16:creationId xmlns:a16="http://schemas.microsoft.com/office/drawing/2014/main" id="{B95034AF-63DD-604E-9C16-3D4F07554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2128"/>
              <a:ext cx="48" cy="1152"/>
            </a:xfrm>
            <a:prstGeom prst="leftBrace">
              <a:avLst>
                <a:gd name="adj1" fmla="val 20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8" name="Text Box 22">
              <a:extLst>
                <a:ext uri="{FF2B5EF4-FFF2-40B4-BE49-F238E27FC236}">
                  <a16:creationId xmlns:a16="http://schemas.microsoft.com/office/drawing/2014/main" id="{49A49FE9-244E-A24C-B16F-982CFAB9E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2227"/>
              <a:ext cx="632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data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written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Helvetica" pitchFamily="2" charset="0"/>
                  <a:ea typeface="宋体" panose="02010600030101010101" pitchFamily="2" charset="-122"/>
                </a:rPr>
                <a:t>by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  <a:ea typeface="宋体" panose="02010600030101010101" pitchFamily="2" charset="-122"/>
                </a:rPr>
                <a:t>gets()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>
            <a:extLst>
              <a:ext uri="{FF2B5EF4-FFF2-40B4-BE49-F238E27FC236}">
                <a16:creationId xmlns:a16="http://schemas.microsoft.com/office/drawing/2014/main" id="{7BD791F2-6AB2-D042-8214-4C4E0838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128C97-45C4-3940-9D0C-D4054102AA5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55E8B782-2A79-7041-939E-D33F4F1D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The Famous Internet Worm of November 1988</a:t>
            </a:r>
            <a:endParaRPr kumimoji="1" lang="en-US" altLang="zh-CN" b="0">
              <a:ea typeface="宋体" panose="02010600030101010101" pitchFamily="2" charset="-122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76DDD56-9CCE-8D4F-876B-824134AC4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To gain access to many of the computers across the Internet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4 different ways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One was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buffer overflow attack</a:t>
            </a:r>
            <a:r>
              <a:rPr lang="en-US" altLang="zh-CN" dirty="0">
                <a:ea typeface="宋体" panose="02010600030101010101" pitchFamily="2" charset="-122"/>
              </a:rPr>
              <a:t> on the </a:t>
            </a:r>
            <a:r>
              <a:rPr lang="en-US" altLang="zh-C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fingerd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Hundreds of machines were effectively paralyzed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author of the worm was caught and prosecuted. He was sentenced to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3 years probation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400 hours of community service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and a $10,500 fine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>
            <a:extLst>
              <a:ext uri="{FF2B5EF4-FFF2-40B4-BE49-F238E27FC236}">
                <a16:creationId xmlns:a16="http://schemas.microsoft.com/office/drawing/2014/main" id="{45070491-74F2-9F49-A078-39ED2C5E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9D7870-B5C0-3240-AB9A-76C835F5146A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37BA8C79-5CF0-6F41-BAEF-22BE8AEA2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Morris Worm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DE4E1EE-B7DE-E147-8756-C92410730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Robert Tappan Morris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born November 8, 1965</a:t>
            </a:r>
          </a:p>
        </p:txBody>
      </p:sp>
      <p:pic>
        <p:nvPicPr>
          <p:cNvPr id="5" name="图片 4" descr="morris2004.jpg">
            <a:extLst>
              <a:ext uri="{FF2B5EF4-FFF2-40B4-BE49-F238E27FC236}">
                <a16:creationId xmlns:a16="http://schemas.microsoft.com/office/drawing/2014/main" id="{DA3D7F33-3C84-D74D-BD8D-A6D9C004B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76200"/>
            <a:ext cx="28194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矩形 1">
            <a:extLst>
              <a:ext uri="{FF2B5EF4-FFF2-40B4-BE49-F238E27FC236}">
                <a16:creationId xmlns:a16="http://schemas.microsoft.com/office/drawing/2014/main" id="{1CA2A6D4-7BDA-3949-912E-8C8F2353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527" y="2895600"/>
            <a:ext cx="80772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他的父亲罗伯特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·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莫里斯（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Robert Morris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）为贝尔实验室计算机安全专家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他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岁上初中时，发现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UNIX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系统漏洞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1983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年考入哈佛大学，拿到了文学学士（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A.B.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）学位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1988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年成为康奈尔大学研究生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1988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年散布了“莫里斯蠕虫”，造成约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6000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个系统瘫痪，给这些用户总共带来约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万到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6000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万美元的损失。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现为麻省理工学院教授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(2006 tenure, 2015 ACM Fellow)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6633CA-9E2A-EF4D-B29E-3972DA99FDC6}"/>
              </a:ext>
            </a:extLst>
          </p:cNvPr>
          <p:cNvSpPr/>
          <p:nvPr/>
        </p:nvSpPr>
        <p:spPr>
          <a:xfrm>
            <a:off x="3352800" y="59830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800" dirty="0">
                <a:solidFill>
                  <a:srgbClr val="002060"/>
                </a:solidFill>
              </a:rPr>
              <a:t>https://www.bilibili.com/video/BV1qk4y197bB?from=search&amp;seid=7720468517381990376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AF8EB-0297-3943-A1B6-4300D914BFD1}"/>
              </a:ext>
            </a:extLst>
          </p:cNvPr>
          <p:cNvSpPr/>
          <p:nvPr/>
        </p:nvSpPr>
        <p:spPr>
          <a:xfrm>
            <a:off x="142741" y="611417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</a:rPr>
              <a:t>MIT 6.824 Distributed Systems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>
            <a:extLst>
              <a:ext uri="{FF2B5EF4-FFF2-40B4-BE49-F238E27FC236}">
                <a16:creationId xmlns:a16="http://schemas.microsoft.com/office/drawing/2014/main" id="{93CED8AE-20DE-214E-A071-80B70B11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A457EF-E5A8-B344-9175-377E89B7F982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D34D9B7-21CB-F842-9395-941425A44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Randomization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F28B7B6-26C1-D44C-AB39-4BDA9240F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	int main()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		int local;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		</a:t>
            </a:r>
            <a:r>
              <a:rPr lang="en-US" altLang="zh-C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("local at %p\n", &amp;local);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		return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}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Running the code 10,000 times on a Linux (maybe 2.6.16) machine in 32-bit mode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addresses ranged from 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0xff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7fa7e0</a:t>
            </a:r>
            <a:r>
              <a:rPr lang="en-US" altLang="zh-CN" dirty="0">
                <a:ea typeface="宋体" panose="02010600030101010101" pitchFamily="2" charset="-122"/>
              </a:rPr>
              <a:t> to 0xff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ffd7e0</a:t>
            </a:r>
          </a:p>
          <a:p>
            <a:pPr lvl="1">
              <a:spcBef>
                <a:spcPct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A range of around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23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无法确定目标代码的绝对地址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endParaRPr lang="en-US" altLang="zh-CN" baseline="30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>
            <a:extLst>
              <a:ext uri="{FF2B5EF4-FFF2-40B4-BE49-F238E27FC236}">
                <a16:creationId xmlns:a16="http://schemas.microsoft.com/office/drawing/2014/main" id="{D437BD24-C344-9A4B-97F9-227CBA53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38E033-D550-C240-B18E-23B525EFD92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63186655-832B-A943-978E-618C250E7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Randomization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91C7266-E540-464D-A249-92D828E72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Running in 64-bit mode on the newer machine</a:t>
            </a:r>
          </a:p>
          <a:p>
            <a:pPr>
              <a:defRPr/>
            </a:pPr>
            <a:r>
              <a:rPr lang="en-US" altLang="zh-CN" dirty="0"/>
              <a:t>The addresses ranged from 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0x7fff00241914 to 0x7ffffff98664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A range of nearly </a:t>
            </a:r>
            <a:r>
              <a:rPr lang="en-US" altLang="zh-CN" dirty="0">
                <a:solidFill>
                  <a:srgbClr val="FF0000"/>
                </a:solidFill>
                <a:ea typeface="+mn-ea"/>
                <a:cs typeface="+mn-cs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ea typeface="+mn-ea"/>
                <a:cs typeface="+mn-cs"/>
              </a:rPr>
              <a:t>32</a:t>
            </a:r>
          </a:p>
          <a:p>
            <a:pPr>
              <a:defRPr/>
            </a:pPr>
            <a:r>
              <a:rPr lang="en-US" altLang="zh-CN" i="1" dirty="0"/>
              <a:t>Address-space </a:t>
            </a:r>
            <a:r>
              <a:rPr lang="en-US" altLang="zh-CN" i="1" dirty="0">
                <a:solidFill>
                  <a:srgbClr val="FF0000"/>
                </a:solidFill>
              </a:rPr>
              <a:t>layout randomization </a:t>
            </a:r>
            <a:r>
              <a:rPr lang="en-US" altLang="zh-CN" dirty="0"/>
              <a:t>(ASLR)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each time a program is run</a:t>
            </a:r>
          </a:p>
          <a:p>
            <a:pPr lvl="1">
              <a:defRPr/>
            </a:pPr>
            <a:r>
              <a:rPr lang="en-US" altLang="zh-CN" dirty="0">
                <a:ea typeface="+mn-ea"/>
                <a:cs typeface="+mn-cs"/>
              </a:rPr>
              <a:t>different parts of the program are loaded into different regions of memory</a:t>
            </a:r>
          </a:p>
          <a:p>
            <a:pPr lvl="2">
              <a:defRPr/>
            </a:pPr>
            <a:r>
              <a:rPr lang="en-US" altLang="zh-CN" sz="2400" dirty="0">
                <a:ea typeface="+mn-ea"/>
                <a:cs typeface="+mn-cs"/>
              </a:rPr>
              <a:t>code, data, </a:t>
            </a:r>
            <a:r>
              <a:rPr lang="en-US" altLang="zh-CN" sz="2400" dirty="0">
                <a:solidFill>
                  <a:srgbClr val="000000"/>
                </a:solidFill>
                <a:ea typeface="+mn-ea"/>
                <a:cs typeface="+mn-cs"/>
              </a:rPr>
              <a:t>heap data,</a:t>
            </a:r>
            <a:r>
              <a:rPr lang="en-US" altLang="zh-CN" sz="2400" dirty="0">
                <a:ea typeface="+mn-ea"/>
                <a:cs typeface="+mn-cs"/>
              </a:rPr>
              <a:t> library code, stack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5">
            <a:extLst>
              <a:ext uri="{FF2B5EF4-FFF2-40B4-BE49-F238E27FC236}">
                <a16:creationId xmlns:a16="http://schemas.microsoft.com/office/drawing/2014/main" id="{A25C1813-F392-8542-98FA-B975928A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E5CEB-F919-8A40-93D1-04183D009ADB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661CC0FC-DC19-0F4C-93FB-B7212D619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Randomization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D6DD625-1761-184F-AA28-B3E048CF3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Nop sled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a program “slides” through a long sequence of “nop”</a:t>
            </a:r>
          </a:p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Nop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no operation instruction</a:t>
            </a:r>
          </a:p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Include a “nop sled” before the actual exploit code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If insert 256-byte nop sled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Need to guess 2</a:t>
            </a:r>
            <a:r>
              <a:rPr lang="en-US" altLang="zh-CN" baseline="30000">
                <a:ea typeface="宋体" panose="02010600030101010101" pitchFamily="2" charset="-122"/>
              </a:rPr>
              <a:t>15</a:t>
            </a:r>
            <a:r>
              <a:rPr lang="en-US" altLang="zh-CN">
                <a:ea typeface="宋体" panose="02010600030101010101" pitchFamily="2" charset="-122"/>
              </a:rPr>
              <a:t> starting addresses (no too much) for 32-bit machine</a:t>
            </a:r>
            <a:r>
              <a:rPr lang="zh-CN" altLang="en-US">
                <a:ea typeface="宋体" panose="02010600030101010101" pitchFamily="2" charset="-122"/>
              </a:rPr>
              <a:t> （</a:t>
            </a:r>
            <a:r>
              <a:rPr lang="en-US" altLang="zh-CN">
                <a:ea typeface="宋体" panose="02010600030101010101" pitchFamily="2" charset="-122"/>
              </a:rPr>
              <a:t>23-8=15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Still have too many 2</a:t>
            </a:r>
            <a:r>
              <a:rPr lang="en-US" altLang="zh-CN" baseline="30000">
                <a:ea typeface="宋体" panose="02010600030101010101" pitchFamily="2" charset="-122"/>
              </a:rPr>
              <a:t>24</a:t>
            </a:r>
            <a:r>
              <a:rPr lang="en-US" altLang="zh-CN">
                <a:ea typeface="宋体" panose="02010600030101010101" pitchFamily="2" charset="-122"/>
              </a:rPr>
              <a:t> for 64-bit machine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>
            <a:extLst>
              <a:ext uri="{FF2B5EF4-FFF2-40B4-BE49-F238E27FC236}">
                <a16:creationId xmlns:a16="http://schemas.microsoft.com/office/drawing/2014/main" id="{64344661-B70C-FB49-B2F3-C9C76F46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4135F-CC06-3E42-9A12-50E5E6A98D55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29DA099-88A6-5B44-9A2A-692E4474D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Corruption Detection</a:t>
            </a:r>
            <a:r>
              <a:rPr lang="zh-CN" altLang="en-US">
                <a:ea typeface="宋体" panose="02010600030101010101" pitchFamily="2" charset="-122"/>
              </a:rPr>
              <a:t>（栈破坏检测）</a:t>
            </a:r>
            <a:endParaRPr lang="en-US" altLang="zh-CN">
              <a:ea typeface="方正舒体" pitchFamily="2" charset="-122"/>
            </a:endParaRPr>
          </a:p>
        </p:txBody>
      </p:sp>
      <p:graphicFrame>
        <p:nvGraphicFramePr>
          <p:cNvPr id="1458179" name="Group 3">
            <a:extLst>
              <a:ext uri="{FF2B5EF4-FFF2-40B4-BE49-F238E27FC236}">
                <a16:creationId xmlns:a16="http://schemas.microsoft.com/office/drawing/2014/main" id="{DEB1243E-CF3E-7249-AC27-3EDD7350B56C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3352800" cy="50117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4263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Return address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Saved %ebp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Saved %ebx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Canary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（金丝雀）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[7]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[6]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[5]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[4]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[3]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[2]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[1]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宋体" charset="-122"/>
                        </a:rPr>
                        <a:t>[0]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06488"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Comic Sans MS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A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208" name="Line 23">
            <a:extLst>
              <a:ext uri="{FF2B5EF4-FFF2-40B4-BE49-F238E27FC236}">
                <a16:creationId xmlns:a16="http://schemas.microsoft.com/office/drawing/2014/main" id="{D9332C64-0A80-C34A-BD83-EE822CEC4B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53695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9" name="Text Box 24">
            <a:extLst>
              <a:ext uri="{FF2B5EF4-FFF2-40B4-BE49-F238E27FC236}">
                <a16:creationId xmlns:a16="http://schemas.microsoft.com/office/drawing/2014/main" id="{C3225E7F-F3E5-A04B-99FC-938AF437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52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%ebp</a:t>
            </a:r>
          </a:p>
        </p:txBody>
      </p:sp>
      <p:sp>
        <p:nvSpPr>
          <p:cNvPr id="50210" name="Line 25">
            <a:extLst>
              <a:ext uri="{FF2B5EF4-FFF2-40B4-BE49-F238E27FC236}">
                <a16:creationId xmlns:a16="http://schemas.microsoft.com/office/drawing/2014/main" id="{F104AA97-50E7-6A4E-8636-2974B12524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54419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11" name="Text Box 26">
            <a:extLst>
              <a:ext uri="{FF2B5EF4-FFF2-40B4-BE49-F238E27FC236}">
                <a16:creationId xmlns:a16="http://schemas.microsoft.com/office/drawing/2014/main" id="{F9561560-DB10-FD41-9A50-5D2DD5B5D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257800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</a:p>
        </p:txBody>
      </p:sp>
      <p:sp>
        <p:nvSpPr>
          <p:cNvPr id="50212" name="左大括号 8">
            <a:extLst>
              <a:ext uri="{FF2B5EF4-FFF2-40B4-BE49-F238E27FC236}">
                <a16:creationId xmlns:a16="http://schemas.microsoft.com/office/drawing/2014/main" id="{A95AE2F9-1C97-0B4C-A144-48828E3C68B3}"/>
              </a:ext>
            </a:extLst>
          </p:cNvPr>
          <p:cNvSpPr>
            <a:spLocks/>
          </p:cNvSpPr>
          <p:nvPr/>
        </p:nvSpPr>
        <p:spPr bwMode="auto">
          <a:xfrm>
            <a:off x="1905000" y="1600200"/>
            <a:ext cx="307975" cy="1371600"/>
          </a:xfrm>
          <a:prstGeom prst="leftBrace">
            <a:avLst>
              <a:gd name="adj1" fmla="val 83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213" name="矩形 9">
            <a:extLst>
              <a:ext uri="{FF2B5EF4-FFF2-40B4-BE49-F238E27FC236}">
                <a16:creationId xmlns:a16="http://schemas.microsoft.com/office/drawing/2014/main" id="{8B0DECD1-1805-4B44-9F2D-110A795E3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54200"/>
            <a:ext cx="16764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caller</a:t>
            </a:r>
          </a:p>
        </p:txBody>
      </p:sp>
      <p:sp>
        <p:nvSpPr>
          <p:cNvPr id="50214" name="左大括号 10">
            <a:extLst>
              <a:ext uri="{FF2B5EF4-FFF2-40B4-BE49-F238E27FC236}">
                <a16:creationId xmlns:a16="http://schemas.microsoft.com/office/drawing/2014/main" id="{259AA8DB-CE8A-6F4F-AE50-258376538E41}"/>
              </a:ext>
            </a:extLst>
          </p:cNvPr>
          <p:cNvSpPr>
            <a:spLocks/>
          </p:cNvSpPr>
          <p:nvPr/>
        </p:nvSpPr>
        <p:spPr bwMode="auto">
          <a:xfrm>
            <a:off x="1828800" y="3098800"/>
            <a:ext cx="533400" cy="34290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215" name="矩形 11">
            <a:extLst>
              <a:ext uri="{FF2B5EF4-FFF2-40B4-BE49-F238E27FC236}">
                <a16:creationId xmlns:a16="http://schemas.microsoft.com/office/drawing/2014/main" id="{7C572637-A881-004A-AD7B-BD440E3D9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8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frame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>
            <a:extLst>
              <a:ext uri="{FF2B5EF4-FFF2-40B4-BE49-F238E27FC236}">
                <a16:creationId xmlns:a16="http://schemas.microsoft.com/office/drawing/2014/main" id="{847D389A-0203-2448-B581-6AFA9A7C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4B6A44-7D0E-B149-BDE2-2F36AE6A28FE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AFA26A7-E2FB-724F-AC78-68D5A8BC0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Corruption Detection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FDCBDA1-F369-C74D-808F-1A07A5CAA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echo: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		pushl 	%ebp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		movl 	%esp, %ebp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		pushl 	%ebx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		subl 	$20, %esp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 		movl 	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%gs:20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%eax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Retrieve canary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 		movl 	%eax, -8(%ebp) 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 on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 		xorl 	%eax, %eax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out register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 		leal 	-16(%ebp), %ebx 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 buf as %ebp-16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	movl 	%ebx, (%esp)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 buf at top of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 	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 	gets 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 gets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 	movl 	%ebx, (%esp)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 buf at top of stack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 	call 	puts 	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 puts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i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>
            <a:extLst>
              <a:ext uri="{FF2B5EF4-FFF2-40B4-BE49-F238E27FC236}">
                <a16:creationId xmlns:a16="http://schemas.microsoft.com/office/drawing/2014/main" id="{AC731E83-EFE3-B14A-907A-76FD4310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5FF260-60E8-4646-9827-79F08FCB3735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52EA2784-DAFE-9949-8380-8C2A979CE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Stack Corruption Detection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80875CC-BA89-E24D-BA13-AF7AB810C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 	movl 	-8(%ebp), %eax 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Retrieve canary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 	xorl 	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%gs:20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%eax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to stored value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 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.L19 </a:t>
            </a: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l-PL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=, goto ok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 	call 	__stack_chk_fail 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 corrupted!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 .L19: 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ok: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 	addl 	$20, %esp 		</a:t>
            </a:r>
            <a:r>
              <a:rPr lang="en-US" altLang="zh-CN" sz="24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 return 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 	popl 	%ebx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 	popl 	%ebp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 	ret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Times New Roman" panose="02020603050405020304" pitchFamily="18" charset="0"/>
                <a:cs typeface="Times New Roman" panose="02020603050405020304" pitchFamily="18" charset="0"/>
              </a:rPr>
              <a:t>%gs:20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Times New Roman" panose="02020603050405020304" pitchFamily="18" charset="0"/>
                <a:cs typeface="Times New Roman" panose="02020603050405020304" pitchFamily="18" charset="0"/>
              </a:rPr>
              <a:t>Segmented addressing which appeared in 80286 and seldom used today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Times New Roman" panose="02020603050405020304" pitchFamily="18" charset="0"/>
                <a:cs typeface="Times New Roman" panose="02020603050405020304" pitchFamily="18" charset="0"/>
              </a:rPr>
              <a:t>It is marked as </a:t>
            </a:r>
            <a:r>
              <a:rPr lang="en-US" altLang="zh-CN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read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5">
            <a:extLst>
              <a:ext uri="{FF2B5EF4-FFF2-40B4-BE49-F238E27FC236}">
                <a16:creationId xmlns:a16="http://schemas.microsoft.com/office/drawing/2014/main" id="{40F31FC8-BBB1-0849-93C6-2F865D08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FE8230-4457-7745-A768-40A8FFD5936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8145863-F354-AD4A-A1E5-34E29CD0F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Limiting Executable Code Regions</a:t>
            </a:r>
            <a:endParaRPr kumimoji="1" lang="en-US" altLang="zh-CN">
              <a:ea typeface="宋体" panose="02010600030101010101" pitchFamily="2" charset="-122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0389D7B-A11A-8B47-BE3F-3A25178D2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Page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4k bytes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As a protected unit by OS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Should be marked as “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readable</a:t>
            </a:r>
            <a:r>
              <a:rPr lang="en-US" altLang="zh-CN">
                <a:ea typeface="宋体" panose="02010600030101010101" pitchFamily="2" charset="-122"/>
              </a:rPr>
              <a:t>”, “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writable</a:t>
            </a:r>
            <a:r>
              <a:rPr lang="en-US" altLang="zh-CN">
                <a:ea typeface="宋体" panose="02010600030101010101" pitchFamily="2" charset="-122"/>
              </a:rPr>
              <a:t>” and “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executable</a:t>
            </a:r>
            <a:r>
              <a:rPr lang="en-US" altLang="zh-CN">
                <a:ea typeface="宋体" panose="02010600030101010101" pitchFamily="2" charset="-122"/>
              </a:rPr>
              <a:t>”</a:t>
            </a:r>
          </a:p>
          <a:p>
            <a:pPr lvl="2">
              <a:spcBef>
                <a:spcPct val="0"/>
              </a:spcBef>
            </a:pPr>
            <a:r>
              <a:rPr lang="en-US" altLang="zh-CN" sz="2400">
                <a:ea typeface="宋体" panose="02010600030101010101" pitchFamily="2" charset="-122"/>
              </a:rPr>
              <a:t>3 bits are required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Originally Intel merged the “readable” and “executable” into one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The exploit code in the stack can be executed 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 AMD introduced “NX” in X86-64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Now there 3 bits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5E100914-5C2A-5043-B7E9-07BC3D8A3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Reuse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A082F-FC56-4D41-A178-CD109217E7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66850"/>
            <a:ext cx="6030913" cy="462915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Return-oriented Programming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Find code gadgets in existed code base (e.g. </a:t>
            </a:r>
            <a:r>
              <a:rPr lang="en-US" altLang="zh-CN" sz="2000" dirty="0" err="1">
                <a:ea typeface="宋体" panose="02010600030101010101" pitchFamily="2" charset="-122"/>
              </a:rPr>
              <a:t>libc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Push address of gadgets on the stack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Leverage ‘ret’ to connect code gadgets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No code injection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Solutions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Return-less kernels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Heuristic means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3561F-354F-FB41-A9C8-F0B4C9D6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1290638"/>
            <a:ext cx="1425575" cy="5164137"/>
          </a:xfrm>
          <a:prstGeom prst="rect">
            <a:avLst/>
          </a:prstGeom>
          <a:solidFill>
            <a:srgbClr val="D9D9D9">
              <a:alpha val="30196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Times New Roman" charset="0"/>
                <a:ea typeface="宋体" charset="-122"/>
              </a:defRPr>
            </a:lvl9pPr>
          </a:lstStyle>
          <a:p>
            <a:pPr algn="ctr">
              <a:defRPr/>
            </a:pPr>
            <a:endParaRPr lang="en-US" altLang="zh-CN" sz="1800">
              <a:solidFill>
                <a:srgbClr val="FFFFFF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BD55C-8BFF-364B-8256-47B71350B2BD}"/>
              </a:ext>
            </a:extLst>
          </p:cNvPr>
          <p:cNvSpPr/>
          <p:nvPr/>
        </p:nvSpPr>
        <p:spPr>
          <a:xfrm>
            <a:off x="6911975" y="3297238"/>
            <a:ext cx="1425575" cy="320675"/>
          </a:xfrm>
          <a:prstGeom prst="rect">
            <a:avLst/>
          </a:prstGeom>
          <a:solidFill>
            <a:schemeClr val="bg1">
              <a:lumMod val="65000"/>
              <a:alpha val="30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addr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16E34-6C07-2C48-BE54-6F9FFBE35705}"/>
              </a:ext>
            </a:extLst>
          </p:cNvPr>
          <p:cNvSpPr/>
          <p:nvPr/>
        </p:nvSpPr>
        <p:spPr>
          <a:xfrm>
            <a:off x="6911975" y="3617913"/>
            <a:ext cx="1425575" cy="320675"/>
          </a:xfrm>
          <a:prstGeom prst="rect">
            <a:avLst/>
          </a:prstGeom>
          <a:solidFill>
            <a:schemeClr val="bg1">
              <a:lumMod val="65000"/>
              <a:alpha val="30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saved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ebp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2953C-A638-364A-A083-FA6E8DA757C5}"/>
              </a:ext>
            </a:extLst>
          </p:cNvPr>
          <p:cNvSpPr/>
          <p:nvPr/>
        </p:nvSpPr>
        <p:spPr>
          <a:xfrm>
            <a:off x="6911975" y="4422775"/>
            <a:ext cx="1425575" cy="333375"/>
          </a:xfrm>
          <a:prstGeom prst="rect">
            <a:avLst/>
          </a:prstGeom>
          <a:solidFill>
            <a:srgbClr val="008000">
              <a:alpha val="50000"/>
            </a:srgbClr>
          </a:solidFill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0101011010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0725E8-1C05-2047-BC8A-76CAF1933BA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37550" y="4638675"/>
            <a:ext cx="349250" cy="1588"/>
          </a:xfrm>
          <a:prstGeom prst="straightConnector1">
            <a:avLst/>
          </a:prstGeom>
          <a:noFill/>
          <a:ln w="25400">
            <a:solidFill>
              <a:srgbClr val="8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B8C834-F0D7-8549-9F9E-58BA872A2F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686800" y="3489325"/>
            <a:ext cx="0" cy="114935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A6BC36-7C84-CF41-88A6-8E4288B86ED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37550" y="3489325"/>
            <a:ext cx="349250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9FE20B0-3790-854C-96A1-B38D36AC355C}"/>
              </a:ext>
            </a:extLst>
          </p:cNvPr>
          <p:cNvSpPr/>
          <p:nvPr/>
        </p:nvSpPr>
        <p:spPr>
          <a:xfrm>
            <a:off x="6911975" y="5102225"/>
            <a:ext cx="1425575" cy="333375"/>
          </a:xfrm>
          <a:prstGeom prst="rect">
            <a:avLst/>
          </a:prstGeom>
          <a:solidFill>
            <a:srgbClr val="008000">
              <a:alpha val="50000"/>
            </a:srgbClr>
          </a:solidFill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0101011010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0E2E19-05E0-6E4E-822F-A5D7D13064F7}"/>
              </a:ext>
            </a:extLst>
          </p:cNvPr>
          <p:cNvSpPr/>
          <p:nvPr/>
        </p:nvSpPr>
        <p:spPr>
          <a:xfrm>
            <a:off x="6911975" y="5764213"/>
            <a:ext cx="1425575" cy="333375"/>
          </a:xfrm>
          <a:prstGeom prst="rect">
            <a:avLst/>
          </a:prstGeom>
          <a:solidFill>
            <a:srgbClr val="008000">
              <a:alpha val="50000"/>
            </a:srgbClr>
          </a:solidFill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0101011010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8CD157-928F-8B4F-A500-CDDD9F179663}"/>
              </a:ext>
            </a:extLst>
          </p:cNvPr>
          <p:cNvSpPr/>
          <p:nvPr/>
        </p:nvSpPr>
        <p:spPr>
          <a:xfrm>
            <a:off x="6911975" y="3295650"/>
            <a:ext cx="1425575" cy="333375"/>
          </a:xfrm>
          <a:prstGeom prst="rect">
            <a:avLst/>
          </a:prstGeom>
          <a:solidFill>
            <a:srgbClr val="800000">
              <a:alpha val="50000"/>
            </a:srgbClr>
          </a:solidFill>
          <a:ln w="28575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Address 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C14C23-C392-804A-B62E-D6D384C8C603}"/>
              </a:ext>
            </a:extLst>
          </p:cNvPr>
          <p:cNvSpPr/>
          <p:nvPr/>
        </p:nvSpPr>
        <p:spPr>
          <a:xfrm>
            <a:off x="6911975" y="2957513"/>
            <a:ext cx="1425575" cy="333375"/>
          </a:xfrm>
          <a:prstGeom prst="rect">
            <a:avLst/>
          </a:prstGeom>
          <a:solidFill>
            <a:srgbClr val="800000">
              <a:alpha val="50000"/>
            </a:srgbClr>
          </a:solidFill>
          <a:ln w="28575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Address 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6132CF-CC41-1E49-A76B-D6CDCD5F6D3A}"/>
              </a:ext>
            </a:extLst>
          </p:cNvPr>
          <p:cNvSpPr/>
          <p:nvPr/>
        </p:nvSpPr>
        <p:spPr>
          <a:xfrm>
            <a:off x="6911975" y="2627313"/>
            <a:ext cx="1425575" cy="333375"/>
          </a:xfrm>
          <a:prstGeom prst="rect">
            <a:avLst/>
          </a:prstGeom>
          <a:solidFill>
            <a:srgbClr val="800000">
              <a:alpha val="50000"/>
            </a:srgbClr>
          </a:solidFill>
          <a:ln w="28575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Address  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069816-AD3D-3747-82CE-18D463B0774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12150" y="5930900"/>
            <a:ext cx="6604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685EF9-EA37-5A42-8C27-4BCE5260AA4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839200" y="3138488"/>
            <a:ext cx="0" cy="2166937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1641C7-3BEF-EF4B-930D-F7DEE129651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37550" y="3138488"/>
            <a:ext cx="501650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D58271-FD49-9840-ACD4-DFCA9E393EB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37550" y="5305425"/>
            <a:ext cx="50165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A88F3D-061B-CB48-AB9F-D1BE88EBBA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972550" y="2813050"/>
            <a:ext cx="0" cy="311785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78EA37D-1CE5-014C-B176-D2EBC63FD3D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359775" y="2813050"/>
            <a:ext cx="612775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5C77E93-4E5A-9245-839F-2D3473A0C0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35738" y="4775200"/>
            <a:ext cx="376237" cy="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62AEBAB-5FF8-1947-8142-5CDAD8C351DA}"/>
              </a:ext>
            </a:extLst>
          </p:cNvPr>
          <p:cNvSpPr/>
          <p:nvPr/>
        </p:nvSpPr>
        <p:spPr>
          <a:xfrm>
            <a:off x="6911975" y="3605213"/>
            <a:ext cx="1425575" cy="333375"/>
          </a:xfrm>
          <a:prstGeom prst="rect">
            <a:avLst/>
          </a:prstGeom>
          <a:solidFill>
            <a:srgbClr val="800000">
              <a:alpha val="50000"/>
            </a:srgbClr>
          </a:solidFill>
          <a:ln w="28575" cmpd="sng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0101011010</a:t>
            </a:r>
          </a:p>
        </p:txBody>
      </p:sp>
      <p:sp>
        <p:nvSpPr>
          <p:cNvPr id="58391" name="TextBox 36">
            <a:extLst>
              <a:ext uri="{FF2B5EF4-FFF2-40B4-BE49-F238E27FC236}">
                <a16:creationId xmlns:a16="http://schemas.microsoft.com/office/drawing/2014/main" id="{52ECB283-E5FE-0944-8BF4-33CD13A0E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529138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40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" name="Straight Arrow Connector 59">
            <a:extLst>
              <a:ext uri="{FF2B5EF4-FFF2-40B4-BE49-F238E27FC236}">
                <a16:creationId xmlns:a16="http://schemas.microsoft.com/office/drawing/2014/main" id="{F73633B3-38E1-0A45-BFDC-F57EEDED09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35738" y="5427663"/>
            <a:ext cx="376237" cy="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58393" name="TextBox 38">
            <a:extLst>
              <a:ext uri="{FF2B5EF4-FFF2-40B4-BE49-F238E27FC236}">
                <a16:creationId xmlns:a16="http://schemas.microsoft.com/office/drawing/2014/main" id="{90081B0C-2BA9-6F49-A305-1CCE1B525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18160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40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0" name="Straight Arrow Connector 59">
            <a:extLst>
              <a:ext uri="{FF2B5EF4-FFF2-40B4-BE49-F238E27FC236}">
                <a16:creationId xmlns:a16="http://schemas.microsoft.com/office/drawing/2014/main" id="{EC994483-EFC1-B44C-993D-5340E22BFB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35738" y="6032500"/>
            <a:ext cx="376237" cy="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58395" name="TextBox 41">
            <a:extLst>
              <a:ext uri="{FF2B5EF4-FFF2-40B4-BE49-F238E27FC236}">
                <a16:creationId xmlns:a16="http://schemas.microsoft.com/office/drawing/2014/main" id="{5C126044-EAE0-2447-99E5-B444ED2C1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86438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altLang="en-US" sz="240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4" grpId="0" animBg="1"/>
      <p:bldP spid="27" grpId="0" animBg="1"/>
      <p:bldP spid="28" grpId="0" animBg="1"/>
      <p:bldP spid="30" grpId="0" animBg="1"/>
      <p:bldP spid="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FD4A33F4-2F55-7C4B-A403-47F2D749A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Motivation: Code Reuse Attack</a:t>
            </a:r>
          </a:p>
        </p:txBody>
      </p:sp>
      <p:grpSp>
        <p:nvGrpSpPr>
          <p:cNvPr id="59394" name="组合 39">
            <a:extLst>
              <a:ext uri="{FF2B5EF4-FFF2-40B4-BE49-F238E27FC236}">
                <a16:creationId xmlns:a16="http://schemas.microsoft.com/office/drawing/2014/main" id="{AB3F5A84-B4A0-3444-AF61-AD4A92123C62}"/>
              </a:ext>
            </a:extLst>
          </p:cNvPr>
          <p:cNvGrpSpPr>
            <a:grpSpLocks/>
          </p:cNvGrpSpPr>
          <p:nvPr/>
        </p:nvGrpSpPr>
        <p:grpSpPr bwMode="auto">
          <a:xfrm>
            <a:off x="8096250" y="123825"/>
            <a:ext cx="900113" cy="915988"/>
            <a:chOff x="6888695" y="95811"/>
            <a:chExt cx="1766660" cy="1797292"/>
          </a:xfrm>
        </p:grpSpPr>
        <p:pic>
          <p:nvPicPr>
            <p:cNvPr id="59396" name="Picture 3">
              <a:extLst>
                <a:ext uri="{FF2B5EF4-FFF2-40B4-BE49-F238E27FC236}">
                  <a16:creationId xmlns:a16="http://schemas.microsoft.com/office/drawing/2014/main" id="{B2F48094-C069-4A46-9682-6DE4DC08B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087" b="37888"/>
            <a:stretch>
              <a:fillRect/>
            </a:stretch>
          </p:blipFill>
          <p:spPr bwMode="auto">
            <a:xfrm>
              <a:off x="6888695" y="95811"/>
              <a:ext cx="1766660" cy="1797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9397" name="Group 10">
              <a:extLst>
                <a:ext uri="{FF2B5EF4-FFF2-40B4-BE49-F238E27FC236}">
                  <a16:creationId xmlns:a16="http://schemas.microsoft.com/office/drawing/2014/main" id="{9B077569-D6FB-3D4E-84A3-7CAE37083A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7199" y="467276"/>
              <a:ext cx="575057" cy="826735"/>
              <a:chOff x="6888695" y="467276"/>
              <a:chExt cx="874565" cy="1210147"/>
            </a:xfrm>
          </p:grpSpPr>
          <p:sp>
            <p:nvSpPr>
              <p:cNvPr id="43" name="Diamond 4">
                <a:extLst>
                  <a:ext uri="{FF2B5EF4-FFF2-40B4-BE49-F238E27FC236}">
                    <a16:creationId xmlns:a16="http://schemas.microsoft.com/office/drawing/2014/main" id="{B7E8772E-4BB0-9848-B3F0-EAA0FAFCA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740" y="753361"/>
                <a:ext cx="578111" cy="314605"/>
              </a:xfrm>
              <a:prstGeom prst="diamond">
                <a:avLst/>
              </a:prstGeom>
              <a:noFill/>
              <a:ln w="12700">
                <a:solidFill>
                  <a:srgbClr val="666666"/>
                </a:solidFill>
                <a:miter lim="800000"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altLang="zh-CN">
                  <a:solidFill>
                    <a:srgbClr val="FFFFFF"/>
                  </a:solidFill>
                  <a:latin typeface="+mn-lt"/>
                  <a:ea typeface="宋体" pitchFamily="2" charset="-122"/>
                </a:endParaRPr>
              </a:p>
            </p:txBody>
          </p:sp>
          <p:cxnSp>
            <p:nvCxnSpPr>
              <p:cNvPr id="44" name="Straight Arrow Connector 5">
                <a:extLst>
                  <a:ext uri="{FF2B5EF4-FFF2-40B4-BE49-F238E27FC236}">
                    <a16:creationId xmlns:a16="http://schemas.microsoft.com/office/drawing/2014/main" id="{DC3E4371-91A4-2843-8309-1323FEF05118}"/>
                  </a:ext>
                </a:extLst>
              </p:cNvPr>
              <p:cNvCxnSpPr>
                <a:cxnSpLocks noChangeShapeType="1"/>
                <a:endCxn id="43" idx="0"/>
              </p:cNvCxnSpPr>
              <p:nvPr/>
            </p:nvCxnSpPr>
            <p:spPr bwMode="auto">
              <a:xfrm>
                <a:off x="7167317" y="466116"/>
                <a:ext cx="9477" cy="287245"/>
              </a:xfrm>
              <a:prstGeom prst="straightConnector1">
                <a:avLst/>
              </a:prstGeom>
              <a:noFill/>
              <a:ln w="12700">
                <a:solidFill>
                  <a:srgbClr val="666666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5" name="Straight Arrow Connector 6">
                <a:extLst>
                  <a:ext uri="{FF2B5EF4-FFF2-40B4-BE49-F238E27FC236}">
                    <a16:creationId xmlns:a16="http://schemas.microsoft.com/office/drawing/2014/main" id="{160D0E39-4EDD-3049-A036-7FD9F66A2F66}"/>
                  </a:ext>
                </a:extLst>
              </p:cNvPr>
              <p:cNvCxnSpPr>
                <a:cxnSpLocks noChangeShapeType="1"/>
                <a:stCxn id="43" idx="2"/>
              </p:cNvCxnSpPr>
              <p:nvPr/>
            </p:nvCxnSpPr>
            <p:spPr bwMode="auto">
              <a:xfrm>
                <a:off x="7176794" y="1067965"/>
                <a:ext cx="9477" cy="227973"/>
              </a:xfrm>
              <a:prstGeom prst="straightConnector1">
                <a:avLst/>
              </a:prstGeom>
              <a:noFill/>
              <a:ln w="12700">
                <a:solidFill>
                  <a:srgbClr val="666666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46" name="Straight Arrow Connector 7">
                <a:extLst>
                  <a:ext uri="{FF2B5EF4-FFF2-40B4-BE49-F238E27FC236}">
                    <a16:creationId xmlns:a16="http://schemas.microsoft.com/office/drawing/2014/main" id="{C9760549-3AEC-FB46-98F9-C71D741D3F9C}"/>
                  </a:ext>
                </a:extLst>
              </p:cNvPr>
              <p:cNvCxnSpPr>
                <a:cxnSpLocks noChangeShapeType="1"/>
                <a:stCxn id="43" idx="3"/>
              </p:cNvCxnSpPr>
              <p:nvPr/>
            </p:nvCxnSpPr>
            <p:spPr bwMode="auto">
              <a:xfrm>
                <a:off x="7465851" y="908382"/>
                <a:ext cx="298531" cy="0"/>
              </a:xfrm>
              <a:prstGeom prst="straightConnector1">
                <a:avLst/>
              </a:prstGeom>
              <a:noFill/>
              <a:ln w="12700">
                <a:solidFill>
                  <a:srgbClr val="666666"/>
                </a:solidFill>
                <a:round/>
                <a:headEnd/>
                <a:tailEnd type="arrow" w="med" len="med"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</p:cxnSp>
          <p:sp>
            <p:nvSpPr>
              <p:cNvPr id="47" name="Rectangle 8">
                <a:extLst>
                  <a:ext uri="{FF2B5EF4-FFF2-40B4-BE49-F238E27FC236}">
                    <a16:creationId xmlns:a16="http://schemas.microsoft.com/office/drawing/2014/main" id="{7BDA8131-6DC9-2B43-889E-A9D77FC99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6726" y="1295939"/>
                <a:ext cx="360135" cy="382995"/>
              </a:xfrm>
              <a:prstGeom prst="rect">
                <a:avLst/>
              </a:prstGeom>
              <a:noFill/>
              <a:ln w="12700">
                <a:solidFill>
                  <a:srgbClr val="666666"/>
                </a:solidFill>
                <a:miter lim="800000"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/>
              <a:lstStyle/>
              <a:p>
                <a:pPr algn="ctr">
                  <a:defRPr/>
                </a:pPr>
                <a:endParaRPr lang="en-US" altLang="zh-CN">
                  <a:solidFill>
                    <a:srgbClr val="FFFFFF"/>
                  </a:solidFill>
                  <a:latin typeface="+mn-lt"/>
                  <a:ea typeface="宋体" pitchFamily="2" charset="-122"/>
                </a:endParaRPr>
              </a:p>
            </p:txBody>
          </p:sp>
        </p:grpSp>
      </p:grpSp>
      <p:pic>
        <p:nvPicPr>
          <p:cNvPr id="59395" name="Picture 2">
            <a:extLst>
              <a:ext uri="{FF2B5EF4-FFF2-40B4-BE49-F238E27FC236}">
                <a16:creationId xmlns:a16="http://schemas.microsoft.com/office/drawing/2014/main" id="{3340EFD1-4B0A-FE44-B4A1-88E8A87785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538" y="123825"/>
            <a:ext cx="7605712" cy="658495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030">
            <a:extLst>
              <a:ext uri="{FF2B5EF4-FFF2-40B4-BE49-F238E27FC236}">
                <a16:creationId xmlns:a16="http://schemas.microsoft.com/office/drawing/2014/main" id="{1B39B07B-1345-2545-9DD3-31F50A97C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1C1E3E-A507-DD41-947F-458F718EE112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E9434CA3-64E4-6740-9B73-BE3C05DF29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Heterogeneous Data Structures &amp; Alignment</a:t>
            </a:r>
            <a:endParaRPr lang="en-US" altLang="zh-CN" sz="3600">
              <a:latin typeface="方正姚体" pitchFamily="2" charset="-122"/>
              <a:ea typeface="方正姚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5">
            <a:extLst>
              <a:ext uri="{FF2B5EF4-FFF2-40B4-BE49-F238E27FC236}">
                <a16:creationId xmlns:a16="http://schemas.microsoft.com/office/drawing/2014/main" id="{18FF8BF7-ECFB-4744-BEB9-EACD9030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D2C3F-2475-AA49-8526-156DEE6203C2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AF23F79B-12FD-CE44-9D71-47EEC578A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945D392-B200-834F-AA58-7AA84ECB1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Struct</a:t>
            </a:r>
          </a:p>
          <a:p>
            <a:r>
              <a:rPr lang="en-US" altLang="zh-CN">
                <a:ea typeface="宋体" panose="02010600030101010101" pitchFamily="2" charset="-122"/>
              </a:rPr>
              <a:t>Union</a:t>
            </a:r>
          </a:p>
          <a:p>
            <a:r>
              <a:rPr lang="en-US" altLang="zh-CN">
                <a:ea typeface="宋体" panose="02010600030101010101" pitchFamily="2" charset="-122"/>
              </a:rPr>
              <a:t>Alignment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5">
            <a:extLst>
              <a:ext uri="{FF2B5EF4-FFF2-40B4-BE49-F238E27FC236}">
                <a16:creationId xmlns:a16="http://schemas.microsoft.com/office/drawing/2014/main" id="{FE15B243-DF0C-FA46-A97E-75B24BC8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C5282E-9278-704C-AD2E-E360F1CE609C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20E81EB6-C579-9C49-9C0A-FA79971D5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Structures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0261417-857A-7748-9E60-6C036B29B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Group objects into a single object</a:t>
            </a:r>
          </a:p>
          <a:p>
            <a:pPr>
              <a:buFontTx/>
              <a:buNone/>
            </a:pPr>
            <a:endParaRPr lang="en-US" altLang="zh-CN" sz="2000" b="1">
              <a:latin typeface="Courier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struct rect {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	int llx;    /* X coordinate of lower-left corner */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	int lly;    /* Y coordinate of lower-left corner */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	int color;  /* Coding of color */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	int width;  /* Width (in pixels) */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	int height; /* Height (in pixels) */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" pitchFamily="2" charset="0"/>
                <a:ea typeface="宋体" panose="02010600030101010101" pitchFamily="2" charset="-122"/>
              </a:rPr>
              <a:t>};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>
            <a:extLst>
              <a:ext uri="{FF2B5EF4-FFF2-40B4-BE49-F238E27FC236}">
                <a16:creationId xmlns:a16="http://schemas.microsoft.com/office/drawing/2014/main" id="{BB9B7486-96FD-C94E-9A07-33B743B8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2AEAB8-8AA1-B247-A2B7-65D609B86774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42907853-7A14-F848-826B-BAC05C60D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07BA595-AFE8-E748-8C73-72742E0FD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Each object is referenced by name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b="1">
              <a:latin typeface="Courier" pitchFamily="2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 struct rect r;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b="1">
              <a:latin typeface="Courier" pitchFamily="2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 r.llx = r.lly 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 r.color = 0xFF00FF;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 r.width = 10;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 r.height = 20;</a:t>
            </a:r>
            <a:endParaRPr lang="en-US" altLang="zh-CN" sz="3200" b="1">
              <a:latin typeface="Courier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>
            <a:extLst>
              <a:ext uri="{FF2B5EF4-FFF2-40B4-BE49-F238E27FC236}">
                <a16:creationId xmlns:a16="http://schemas.microsoft.com/office/drawing/2014/main" id="{DCE878F4-2D29-694B-B8E2-643DD468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06C4B0-D334-4D43-8B2C-E1BC44AF085A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49CED28D-17A6-B648-B6FE-AD4BD8CBC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B696005-8A6C-A94D-85BA-18E38C9D0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int area (struct rect *rp)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return (*rp).width * (*rp).height;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400" b="1">
              <a:latin typeface="Courier" pitchFamily="2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void rotate_left (struct rect *rp)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/* Exchange width and height */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int t = rp-&gt;height;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rp-&gt;height = rp-&gt;width;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rp-&gt;width = 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5">
            <a:extLst>
              <a:ext uri="{FF2B5EF4-FFF2-40B4-BE49-F238E27FC236}">
                <a16:creationId xmlns:a16="http://schemas.microsoft.com/office/drawing/2014/main" id="{DB138DD3-E89A-9944-B731-C20FA66F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A12821-F966-8049-9D45-C5BFA5349157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5272717D-29B1-1146-98DD-D8979348E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Structures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60EBECD-385E-054E-9932-DFACF5261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 layout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All the components are stored in a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contiguous</a:t>
            </a:r>
            <a:r>
              <a:rPr lang="en-US" altLang="zh-CN">
                <a:ea typeface="宋体" panose="02010600030101010101" pitchFamily="2" charset="-122"/>
              </a:rPr>
              <a:t> region of memory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pointer to a structure is the address of its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first</a:t>
            </a:r>
            <a:r>
              <a:rPr lang="en-US" altLang="zh-CN">
                <a:ea typeface="宋体" panose="02010600030101010101" pitchFamily="2" charset="-122"/>
              </a:rPr>
              <a:t> byte</a:t>
            </a:r>
            <a:r>
              <a:rPr lang="zh-CN" altLang="en-US">
                <a:ea typeface="宋体" panose="02010600030101010101" pitchFamily="2" charset="-122"/>
              </a:rPr>
              <a:t> （最低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最小地址）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6">
            <a:extLst>
              <a:ext uri="{FF2B5EF4-FFF2-40B4-BE49-F238E27FC236}">
                <a16:creationId xmlns:a16="http://schemas.microsoft.com/office/drawing/2014/main" id="{4CFF71A9-7C97-1340-A46E-1D2BCA6B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82EB97-9DE0-5C46-99B9-CEC19FCAFCB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AF98C49B-8F93-5B42-AAFA-BF1CCBA59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9DC34C8-821D-5D40-8D38-1FFBB2854A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924800" cy="3124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struct rec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	int i;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	int j;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	int a[3];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	int *p;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 New" panose="02070309020205020404" pitchFamily="49" charset="0"/>
                <a:ea typeface="宋体" panose="02010600030101010101" pitchFamily="2" charset="-122"/>
              </a:rPr>
              <a:t>} *r;</a:t>
            </a:r>
          </a:p>
        </p:txBody>
      </p:sp>
      <p:sp>
        <p:nvSpPr>
          <p:cNvPr id="75780" name="Rectangle 6">
            <a:extLst>
              <a:ext uri="{FF2B5EF4-FFF2-40B4-BE49-F238E27FC236}">
                <a16:creationId xmlns:a16="http://schemas.microsoft.com/office/drawing/2014/main" id="{1156950D-5498-3C48-AD85-9A7F13A8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5781" name="Rectangle 7">
            <a:extLst>
              <a:ext uri="{FF2B5EF4-FFF2-40B4-BE49-F238E27FC236}">
                <a16:creationId xmlns:a16="http://schemas.microsoft.com/office/drawing/2014/main" id="{6229382C-8D3F-8C45-9916-AF8AB7E5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75782" name="Rectangle 8">
            <a:extLst>
              <a:ext uri="{FF2B5EF4-FFF2-40B4-BE49-F238E27FC236}">
                <a16:creationId xmlns:a16="http://schemas.microsoft.com/office/drawing/2014/main" id="{29A23309-F5F9-7B43-AA3D-E066EE578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a[0]</a:t>
            </a:r>
          </a:p>
        </p:txBody>
      </p:sp>
      <p:sp>
        <p:nvSpPr>
          <p:cNvPr id="75783" name="Rectangle 9">
            <a:extLst>
              <a:ext uri="{FF2B5EF4-FFF2-40B4-BE49-F238E27FC236}">
                <a16:creationId xmlns:a16="http://schemas.microsoft.com/office/drawing/2014/main" id="{09DAF48A-D533-AF46-BCFB-AD2993A9A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a[1]</a:t>
            </a:r>
          </a:p>
        </p:txBody>
      </p:sp>
      <p:sp>
        <p:nvSpPr>
          <p:cNvPr id="75784" name="Rectangle 10">
            <a:extLst>
              <a:ext uri="{FF2B5EF4-FFF2-40B4-BE49-F238E27FC236}">
                <a16:creationId xmlns:a16="http://schemas.microsoft.com/office/drawing/2014/main" id="{0869835E-4B79-7F4C-B3F6-FEFAC7C0C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a[2]</a:t>
            </a:r>
          </a:p>
        </p:txBody>
      </p:sp>
      <p:sp>
        <p:nvSpPr>
          <p:cNvPr id="75785" name="Rectangle 11">
            <a:extLst>
              <a:ext uri="{FF2B5EF4-FFF2-40B4-BE49-F238E27FC236}">
                <a16:creationId xmlns:a16="http://schemas.microsoft.com/office/drawing/2014/main" id="{5466064A-6101-7C43-AE66-8467F003F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75786" name="TextBox 12">
            <a:extLst>
              <a:ext uri="{FF2B5EF4-FFF2-40B4-BE49-F238E27FC236}">
                <a16:creationId xmlns:a16="http://schemas.microsoft.com/office/drawing/2014/main" id="{2A887328-7D42-9B49-B395-66E32F5F9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05438"/>
            <a:ext cx="137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Contents</a:t>
            </a:r>
          </a:p>
        </p:txBody>
      </p:sp>
      <p:sp>
        <p:nvSpPr>
          <p:cNvPr id="75787" name="TextBox 13">
            <a:extLst>
              <a:ext uri="{FF2B5EF4-FFF2-40B4-BE49-F238E27FC236}">
                <a16:creationId xmlns:a16="http://schemas.microsoft.com/office/drawing/2014/main" id="{9E1378FA-A82E-B84C-ABE8-E3A74FE0F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76800"/>
            <a:ext cx="137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</a:p>
        </p:txBody>
      </p:sp>
      <p:sp>
        <p:nvSpPr>
          <p:cNvPr id="75788" name="TextBox 14">
            <a:extLst>
              <a:ext uri="{FF2B5EF4-FFF2-40B4-BE49-F238E27FC236}">
                <a16:creationId xmlns:a16="http://schemas.microsoft.com/office/drawing/2014/main" id="{4DC6DB70-7ABD-424F-8563-681738D1C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5789" name="TextBox 15">
            <a:extLst>
              <a:ext uri="{FF2B5EF4-FFF2-40B4-BE49-F238E27FC236}">
                <a16:creationId xmlns:a16="http://schemas.microsoft.com/office/drawing/2014/main" id="{6CE2EF96-3E64-A14D-A95E-902ADAE6D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5790" name="TextBox 16">
            <a:extLst>
              <a:ext uri="{FF2B5EF4-FFF2-40B4-BE49-F238E27FC236}">
                <a16:creationId xmlns:a16="http://schemas.microsoft.com/office/drawing/2014/main" id="{EB689425-815F-234A-A288-EC87387DB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5791" name="TextBox 17">
            <a:extLst>
              <a:ext uri="{FF2B5EF4-FFF2-40B4-BE49-F238E27FC236}">
                <a16:creationId xmlns:a16="http://schemas.microsoft.com/office/drawing/2014/main" id="{97338146-A179-BE41-BA1C-977A47121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6">
            <a:extLst>
              <a:ext uri="{FF2B5EF4-FFF2-40B4-BE49-F238E27FC236}">
                <a16:creationId xmlns:a16="http://schemas.microsoft.com/office/drawing/2014/main" id="{15D94630-50F8-A54B-9D23-5BDE2F95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FD294A-6DC0-CC42-BAE6-085635CBA9DE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9B8015C6-CFE0-464D-893D-21ECF49F1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A84FCA5E-1FBF-9341-B04F-B7864B7060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304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References to structure elements</a:t>
            </a:r>
          </a:p>
          <a:p>
            <a:pPr lvl="1">
              <a:lnSpc>
                <a:spcPct val="90000"/>
              </a:lnSpc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Using offsets as displacements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4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r-&gt;j = r-&gt;i  (</a:t>
            </a: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</a:rPr>
              <a:t>Copy element r-&gt;i to element r-&gt;j)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60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1" u="sng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 is in register %edx. 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 	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movl 	(%edx), %eax 	Get r-&gt;i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 	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movl 	%eax,    4(%edx) 	Store in r-&gt;j</a:t>
            </a:r>
            <a:endParaRPr lang="zh-CN" altLang="en-US" sz="20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7828" name="Rectangle 7">
            <a:extLst>
              <a:ext uri="{FF2B5EF4-FFF2-40B4-BE49-F238E27FC236}">
                <a16:creationId xmlns:a16="http://schemas.microsoft.com/office/drawing/2014/main" id="{3E267029-A403-9947-B01C-902EDE987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7829" name="Rectangle 8">
            <a:extLst>
              <a:ext uri="{FF2B5EF4-FFF2-40B4-BE49-F238E27FC236}">
                <a16:creationId xmlns:a16="http://schemas.microsoft.com/office/drawing/2014/main" id="{80C2CF32-3AE6-7A4A-9573-E656AF302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77830" name="Rectangle 9">
            <a:extLst>
              <a:ext uri="{FF2B5EF4-FFF2-40B4-BE49-F238E27FC236}">
                <a16:creationId xmlns:a16="http://schemas.microsoft.com/office/drawing/2014/main" id="{2EA5E762-56A7-3347-B16C-A253A4891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a[0]</a:t>
            </a:r>
          </a:p>
        </p:txBody>
      </p:sp>
      <p:sp>
        <p:nvSpPr>
          <p:cNvPr id="77831" name="Rectangle 10">
            <a:extLst>
              <a:ext uri="{FF2B5EF4-FFF2-40B4-BE49-F238E27FC236}">
                <a16:creationId xmlns:a16="http://schemas.microsoft.com/office/drawing/2014/main" id="{9FFFCD8B-172A-6840-9E38-681639EB2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a[1]</a:t>
            </a:r>
          </a:p>
        </p:txBody>
      </p:sp>
      <p:sp>
        <p:nvSpPr>
          <p:cNvPr id="77832" name="Rectangle 11">
            <a:extLst>
              <a:ext uri="{FF2B5EF4-FFF2-40B4-BE49-F238E27FC236}">
                <a16:creationId xmlns:a16="http://schemas.microsoft.com/office/drawing/2014/main" id="{B3D3BA71-4FC1-AB40-BF2A-A9E41ACDA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a[2]</a:t>
            </a:r>
          </a:p>
        </p:txBody>
      </p:sp>
      <p:sp>
        <p:nvSpPr>
          <p:cNvPr id="77833" name="Rectangle 12">
            <a:extLst>
              <a:ext uri="{FF2B5EF4-FFF2-40B4-BE49-F238E27FC236}">
                <a16:creationId xmlns:a16="http://schemas.microsoft.com/office/drawing/2014/main" id="{66EBADE9-0FA7-9445-A24C-BFBAF43A6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77834" name="TextBox 13">
            <a:extLst>
              <a:ext uri="{FF2B5EF4-FFF2-40B4-BE49-F238E27FC236}">
                <a16:creationId xmlns:a16="http://schemas.microsoft.com/office/drawing/2014/main" id="{146362AC-EB61-7B40-BADA-FA8ADA495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05438"/>
            <a:ext cx="137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Contents</a:t>
            </a:r>
          </a:p>
        </p:txBody>
      </p:sp>
      <p:sp>
        <p:nvSpPr>
          <p:cNvPr id="77835" name="TextBox 14">
            <a:extLst>
              <a:ext uri="{FF2B5EF4-FFF2-40B4-BE49-F238E27FC236}">
                <a16:creationId xmlns:a16="http://schemas.microsoft.com/office/drawing/2014/main" id="{1B65DDED-9A2A-8849-829B-1CB8B8866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76800"/>
            <a:ext cx="137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</a:p>
        </p:txBody>
      </p:sp>
      <p:sp>
        <p:nvSpPr>
          <p:cNvPr id="77836" name="TextBox 15">
            <a:extLst>
              <a:ext uri="{FF2B5EF4-FFF2-40B4-BE49-F238E27FC236}">
                <a16:creationId xmlns:a16="http://schemas.microsoft.com/office/drawing/2014/main" id="{9656D403-0C39-E948-9F7A-0C8EF2704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7837" name="TextBox 16">
            <a:extLst>
              <a:ext uri="{FF2B5EF4-FFF2-40B4-BE49-F238E27FC236}">
                <a16:creationId xmlns:a16="http://schemas.microsoft.com/office/drawing/2014/main" id="{56B9D502-D2BB-E946-93D1-7C0C8F314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7838" name="TextBox 17">
            <a:extLst>
              <a:ext uri="{FF2B5EF4-FFF2-40B4-BE49-F238E27FC236}">
                <a16:creationId xmlns:a16="http://schemas.microsoft.com/office/drawing/2014/main" id="{5707F08A-95BE-7448-8C3F-FDCFBFC95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7839" name="TextBox 18">
            <a:extLst>
              <a:ext uri="{FF2B5EF4-FFF2-40B4-BE49-F238E27FC236}">
                <a16:creationId xmlns:a16="http://schemas.microsoft.com/office/drawing/2014/main" id="{1EA69A71-777E-D249-9AA2-8E6AC6234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6">
            <a:extLst>
              <a:ext uri="{FF2B5EF4-FFF2-40B4-BE49-F238E27FC236}">
                <a16:creationId xmlns:a16="http://schemas.microsoft.com/office/drawing/2014/main" id="{8604EC0C-438C-EE44-B179-8BF67857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5DB0D4-B251-BB48-AEA7-7D84950BD627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2A5EF9AA-F693-394C-9910-44660B848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913197B-77F5-B34A-8679-C6B1CF81C9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153400" cy="1524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latin typeface="Courier" pitchFamily="2" charset="0"/>
                <a:ea typeface="宋体" panose="02010600030101010101" pitchFamily="2" charset="-122"/>
              </a:rPr>
              <a:t>&amp;(r-&gt;a[i])</a:t>
            </a:r>
            <a:endParaRPr lang="en-US" altLang="zh-CN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 b="1" i="1">
              <a:solidFill>
                <a:srgbClr val="000000"/>
              </a:solidFill>
              <a:latin typeface="Courier-Oblique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 b="1" u="sng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 in %eax, i in %edx</a:t>
            </a:r>
            <a:r>
              <a:rPr lang="zh-CN" altLang="en-US" sz="2400" b="1" u="sng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：</a:t>
            </a:r>
            <a:endParaRPr lang="en-US" altLang="zh-CN" sz="2400" b="1" u="sng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 </a:t>
            </a: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leal   8(%eax,%edx,4),%ecx 	Generate &amp;r-&gt;a[i]</a:t>
            </a:r>
            <a:endParaRPr lang="en-US" altLang="zh-CN" sz="20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b="1">
              <a:solidFill>
                <a:srgbClr val="0000FF"/>
              </a:solidFill>
              <a:latin typeface="Courier" pitchFamily="2" charset="0"/>
              <a:ea typeface="宋体" panose="02010600030101010101" pitchFamily="2" charset="-122"/>
            </a:endParaRPr>
          </a:p>
        </p:txBody>
      </p:sp>
      <p:sp>
        <p:nvSpPr>
          <p:cNvPr id="79876" name="Rectangle 19">
            <a:extLst>
              <a:ext uri="{FF2B5EF4-FFF2-40B4-BE49-F238E27FC236}">
                <a16:creationId xmlns:a16="http://schemas.microsoft.com/office/drawing/2014/main" id="{7B2157BF-A0C1-F043-833F-928E07295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79877" name="Rectangle 20">
            <a:extLst>
              <a:ext uri="{FF2B5EF4-FFF2-40B4-BE49-F238E27FC236}">
                <a16:creationId xmlns:a16="http://schemas.microsoft.com/office/drawing/2014/main" id="{272FEDD8-038E-564F-9B7B-A703DA354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79878" name="Rectangle 21">
            <a:extLst>
              <a:ext uri="{FF2B5EF4-FFF2-40B4-BE49-F238E27FC236}">
                <a16:creationId xmlns:a16="http://schemas.microsoft.com/office/drawing/2014/main" id="{5233A4AA-E155-5542-9B5B-C43DECC8F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a[0]</a:t>
            </a:r>
          </a:p>
        </p:txBody>
      </p:sp>
      <p:sp>
        <p:nvSpPr>
          <p:cNvPr id="79879" name="Rectangle 22">
            <a:extLst>
              <a:ext uri="{FF2B5EF4-FFF2-40B4-BE49-F238E27FC236}">
                <a16:creationId xmlns:a16="http://schemas.microsoft.com/office/drawing/2014/main" id="{32B7F71E-5EB6-B441-A3E2-FDB2A017F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a[1]</a:t>
            </a:r>
          </a:p>
        </p:txBody>
      </p:sp>
      <p:sp>
        <p:nvSpPr>
          <p:cNvPr id="79880" name="Rectangle 23">
            <a:extLst>
              <a:ext uri="{FF2B5EF4-FFF2-40B4-BE49-F238E27FC236}">
                <a16:creationId xmlns:a16="http://schemas.microsoft.com/office/drawing/2014/main" id="{AA855547-102B-4345-800B-2359DAD8C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a[2]</a:t>
            </a:r>
          </a:p>
        </p:txBody>
      </p:sp>
      <p:sp>
        <p:nvSpPr>
          <p:cNvPr id="79881" name="Rectangle 24">
            <a:extLst>
              <a:ext uri="{FF2B5EF4-FFF2-40B4-BE49-F238E27FC236}">
                <a16:creationId xmlns:a16="http://schemas.microsoft.com/office/drawing/2014/main" id="{EE4D2A45-4B1D-1547-A7B7-F68A10D90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79882" name="TextBox 25">
            <a:extLst>
              <a:ext uri="{FF2B5EF4-FFF2-40B4-BE49-F238E27FC236}">
                <a16:creationId xmlns:a16="http://schemas.microsoft.com/office/drawing/2014/main" id="{511F79E6-3E11-7641-97CC-DA59CF9FB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05438"/>
            <a:ext cx="137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Contents</a:t>
            </a:r>
          </a:p>
        </p:txBody>
      </p:sp>
      <p:sp>
        <p:nvSpPr>
          <p:cNvPr id="79883" name="TextBox 26">
            <a:extLst>
              <a:ext uri="{FF2B5EF4-FFF2-40B4-BE49-F238E27FC236}">
                <a16:creationId xmlns:a16="http://schemas.microsoft.com/office/drawing/2014/main" id="{81A3FEBC-B41F-1E4E-9FFF-7102ADC0D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76800"/>
            <a:ext cx="137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</a:p>
        </p:txBody>
      </p:sp>
      <p:sp>
        <p:nvSpPr>
          <p:cNvPr id="79884" name="TextBox 27">
            <a:extLst>
              <a:ext uri="{FF2B5EF4-FFF2-40B4-BE49-F238E27FC236}">
                <a16:creationId xmlns:a16="http://schemas.microsoft.com/office/drawing/2014/main" id="{8C7C481F-D1F1-8C40-B397-7BD42D4E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9885" name="TextBox 28">
            <a:extLst>
              <a:ext uri="{FF2B5EF4-FFF2-40B4-BE49-F238E27FC236}">
                <a16:creationId xmlns:a16="http://schemas.microsoft.com/office/drawing/2014/main" id="{06962964-B4B0-2D46-805E-1F64757B3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9886" name="TextBox 29">
            <a:extLst>
              <a:ext uri="{FF2B5EF4-FFF2-40B4-BE49-F238E27FC236}">
                <a16:creationId xmlns:a16="http://schemas.microsoft.com/office/drawing/2014/main" id="{9F146DF4-C964-5241-AD9E-B1DA5F2E4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9887" name="TextBox 30">
            <a:extLst>
              <a:ext uri="{FF2B5EF4-FFF2-40B4-BE49-F238E27FC236}">
                <a16:creationId xmlns:a16="http://schemas.microsoft.com/office/drawing/2014/main" id="{713396EF-8F0B-B84A-9702-2F1067F85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6">
            <a:extLst>
              <a:ext uri="{FF2B5EF4-FFF2-40B4-BE49-F238E27FC236}">
                <a16:creationId xmlns:a16="http://schemas.microsoft.com/office/drawing/2014/main" id="{6848C73B-4061-804E-A394-B9C906DE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9D4E68-A281-F941-ACD9-BAA60F675604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39B079C6-F746-3242-BB80-3826BECAF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Structure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0C801DF-08C9-3F4D-A8B6-6CCA66EFF6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763000" cy="304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r-&gt;p = &amp;r-&gt;a[r-&gt;i + r-&gt;j];</a:t>
            </a:r>
          </a:p>
          <a:p>
            <a:pPr>
              <a:buFontTx/>
              <a:buNone/>
            </a:pPr>
            <a:endParaRPr lang="en-US" altLang="zh-CN" sz="160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400" b="1" u="sng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r in register %edx: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 	</a:t>
            </a:r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movl 4(%edx), %eax 		Get r-&gt;j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2 	</a:t>
            </a:r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addl (%edx),  %eax 		Add r-&gt;i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3 	</a:t>
            </a:r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leal 8(%edx,%eax,4),%eax	Compute &amp;r-&gt;a[r-&gt;i + r-&gt;j]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4 	</a:t>
            </a:r>
            <a:r>
              <a:rPr lang="en-US" altLang="zh-CN" sz="20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movl %eax, 20(%edx) 	      Store in r-&gt;p</a:t>
            </a:r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45F3773A-0D5D-F042-8C27-068DA120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81925" name="Rectangle 6">
            <a:extLst>
              <a:ext uri="{FF2B5EF4-FFF2-40B4-BE49-F238E27FC236}">
                <a16:creationId xmlns:a16="http://schemas.microsoft.com/office/drawing/2014/main" id="{EA5E14A1-7F68-3447-833E-5277B0D9C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</a:p>
        </p:txBody>
      </p:sp>
      <p:sp>
        <p:nvSpPr>
          <p:cNvPr id="81926" name="Rectangle 7">
            <a:extLst>
              <a:ext uri="{FF2B5EF4-FFF2-40B4-BE49-F238E27FC236}">
                <a16:creationId xmlns:a16="http://schemas.microsoft.com/office/drawing/2014/main" id="{A0B3B55B-DE9E-B347-B9A6-A6A15E474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a[0]</a:t>
            </a:r>
          </a:p>
        </p:txBody>
      </p:sp>
      <p:sp>
        <p:nvSpPr>
          <p:cNvPr id="81927" name="Rectangle 8">
            <a:extLst>
              <a:ext uri="{FF2B5EF4-FFF2-40B4-BE49-F238E27FC236}">
                <a16:creationId xmlns:a16="http://schemas.microsoft.com/office/drawing/2014/main" id="{8C5422C7-6239-2F4A-BE39-04FE3D9D6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a[1]</a:t>
            </a:r>
          </a:p>
        </p:txBody>
      </p:sp>
      <p:sp>
        <p:nvSpPr>
          <p:cNvPr id="81928" name="Rectangle 9">
            <a:extLst>
              <a:ext uri="{FF2B5EF4-FFF2-40B4-BE49-F238E27FC236}">
                <a16:creationId xmlns:a16="http://schemas.microsoft.com/office/drawing/2014/main" id="{1EBE143E-20DD-EC4D-8B79-A9FA4DDE7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a[2]</a:t>
            </a:r>
          </a:p>
        </p:txBody>
      </p:sp>
      <p:sp>
        <p:nvSpPr>
          <p:cNvPr id="81929" name="Rectangle 10">
            <a:extLst>
              <a:ext uri="{FF2B5EF4-FFF2-40B4-BE49-F238E27FC236}">
                <a16:creationId xmlns:a16="http://schemas.microsoft.com/office/drawing/2014/main" id="{1A430698-4C92-4541-8424-AF6C374A6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914400" cy="4572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81930" name="TextBox 11">
            <a:extLst>
              <a:ext uri="{FF2B5EF4-FFF2-40B4-BE49-F238E27FC236}">
                <a16:creationId xmlns:a16="http://schemas.microsoft.com/office/drawing/2014/main" id="{E4D75D2B-230E-3446-A4F8-10DF5D47D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05438"/>
            <a:ext cx="137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Contents</a:t>
            </a:r>
          </a:p>
        </p:txBody>
      </p:sp>
      <p:sp>
        <p:nvSpPr>
          <p:cNvPr id="81931" name="TextBox 12">
            <a:extLst>
              <a:ext uri="{FF2B5EF4-FFF2-40B4-BE49-F238E27FC236}">
                <a16:creationId xmlns:a16="http://schemas.microsoft.com/office/drawing/2014/main" id="{06D2B982-3853-4242-BD6C-7781D6552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876800"/>
            <a:ext cx="137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Offset</a:t>
            </a:r>
          </a:p>
        </p:txBody>
      </p:sp>
      <p:sp>
        <p:nvSpPr>
          <p:cNvPr id="81932" name="TextBox 13">
            <a:extLst>
              <a:ext uri="{FF2B5EF4-FFF2-40B4-BE49-F238E27FC236}">
                <a16:creationId xmlns:a16="http://schemas.microsoft.com/office/drawing/2014/main" id="{A43C4D34-6A47-1F4E-B33A-53BF29B48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1933" name="TextBox 14">
            <a:extLst>
              <a:ext uri="{FF2B5EF4-FFF2-40B4-BE49-F238E27FC236}">
                <a16:creationId xmlns:a16="http://schemas.microsoft.com/office/drawing/2014/main" id="{EB070831-03C4-3043-AA9C-A1444203A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81934" name="TextBox 15">
            <a:extLst>
              <a:ext uri="{FF2B5EF4-FFF2-40B4-BE49-F238E27FC236}">
                <a16:creationId xmlns:a16="http://schemas.microsoft.com/office/drawing/2014/main" id="{9041C1E8-46FE-DC44-ABA7-BD29C455C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1935" name="TextBox 16">
            <a:extLst>
              <a:ext uri="{FF2B5EF4-FFF2-40B4-BE49-F238E27FC236}">
                <a16:creationId xmlns:a16="http://schemas.microsoft.com/office/drawing/2014/main" id="{F0E91B37-B36F-5540-B5DF-4211016BA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768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>
            <a:extLst>
              <a:ext uri="{FF2B5EF4-FFF2-40B4-BE49-F238E27FC236}">
                <a16:creationId xmlns:a16="http://schemas.microsoft.com/office/drawing/2014/main" id="{39F2FDF9-96C4-E04C-A626-58B69441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BA0AF1-CB95-9446-985E-CEBB5EBEDE77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8075DEB8-9887-B745-B78F-146C1BC17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Unions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8A071B8-4F65-5047-B493-3542D6463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两个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多个部分，同一段内存有不同的解读方式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 single object can be referenced by using different data types </a:t>
            </a:r>
          </a:p>
          <a:p>
            <a:r>
              <a:rPr lang="en-US" altLang="zh-CN">
                <a:ea typeface="宋体" panose="02010600030101010101" pitchFamily="2" charset="-122"/>
              </a:rPr>
              <a:t>The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syntax</a:t>
            </a:r>
            <a:r>
              <a:rPr lang="en-US" altLang="zh-CN">
                <a:ea typeface="宋体" panose="02010600030101010101" pitchFamily="2" charset="-122"/>
              </a:rPr>
              <a:t> of a union declaration is identical to that for structures, but its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semantics</a:t>
            </a:r>
            <a:r>
              <a:rPr lang="en-US" altLang="zh-CN">
                <a:ea typeface="宋体" panose="02010600030101010101" pitchFamily="2" charset="-122"/>
              </a:rPr>
              <a:t> are very different</a:t>
            </a:r>
          </a:p>
          <a:p>
            <a:r>
              <a:rPr lang="en-US" altLang="zh-CN">
                <a:ea typeface="宋体" panose="02010600030101010101" pitchFamily="2" charset="-122"/>
              </a:rPr>
              <a:t>Rather than having the different fields reference different blocks of memory, they all reference the same block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5">
            <a:extLst>
              <a:ext uri="{FF2B5EF4-FFF2-40B4-BE49-F238E27FC236}">
                <a16:creationId xmlns:a16="http://schemas.microsoft.com/office/drawing/2014/main" id="{E7433519-7683-5E40-B593-33CBFE30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0DA735-F653-1742-A828-76223322A3A6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58C2B997-A27F-144F-8351-5C9897C03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Unions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F5ACAEA-DD64-0042-A10A-52BCACA72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struct S3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char c;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int i[2];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double v;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union U3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char c;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int i[2];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double v;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};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B7130AA2-8611-8F41-8F1F-CA3F56ACB1AF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2590800"/>
          <a:ext cx="4762500" cy="13716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size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S3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U3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D974B7B-9718-C24F-B335-917556E787A2}"/>
              </a:ext>
            </a:extLst>
          </p:cNvPr>
          <p:cNvSpPr/>
          <p:nvPr/>
        </p:nvSpPr>
        <p:spPr>
          <a:xfrm>
            <a:off x="3124200" y="1600200"/>
            <a:ext cx="60198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b="0" dirty="0">
                <a:latin typeface="+mj-lt"/>
                <a:ea typeface="宋体" panose="02010600030101010101" pitchFamily="2" charset="-122"/>
              </a:rPr>
              <a:t>The offsets of the fields, as well as the total size of data types S3 and U3, are: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>
            <a:extLst>
              <a:ext uri="{FF2B5EF4-FFF2-40B4-BE49-F238E27FC236}">
                <a16:creationId xmlns:a16="http://schemas.microsoft.com/office/drawing/2014/main" id="{3BE47D60-D7AF-944D-9080-E933BA6D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01562E-90B5-D540-9780-155A1C745A4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20976EF3-1BC0-F641-91F6-BE0511153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Unions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4BCC313-9E8A-E34A-A2A8-D84EE2BF4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5029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struct NODE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struct NODE *left;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struct NODE *right;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double data;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400" b="1">
              <a:latin typeface="Courier" pitchFamily="2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union NODE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struct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union NODE *left;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union NODE *right;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} internal;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double data;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>
            <a:extLst>
              <a:ext uri="{FF2B5EF4-FFF2-40B4-BE49-F238E27FC236}">
                <a16:creationId xmlns:a16="http://schemas.microsoft.com/office/drawing/2014/main" id="{9DF1961B-0F4B-514C-A77C-2F0458BA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9F9FA9-AAF0-2040-A151-B7BEAD3E465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D0AAFD49-2A61-1F4C-B351-37A516EC4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Unions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50EAAC4-D34D-A943-A989-CAB43031D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struct NODE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int is_leaf;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union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struct {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	struct NODE *left;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	struct NODE *right;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} internal;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	double data;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	} info;</a:t>
            </a:r>
          </a:p>
          <a:p>
            <a:pPr>
              <a:buFontTx/>
              <a:buNone/>
            </a:pPr>
            <a:r>
              <a:rPr lang="en-US" altLang="zh-CN" sz="2400" b="1">
                <a:latin typeface="Courier" pitchFamily="2" charset="0"/>
                <a:ea typeface="宋体" panose="02010600030101010101" pitchFamily="2" charset="-122"/>
              </a:rPr>
              <a:t>};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>
            <a:extLst>
              <a:ext uri="{FF2B5EF4-FFF2-40B4-BE49-F238E27FC236}">
                <a16:creationId xmlns:a16="http://schemas.microsoft.com/office/drawing/2014/main" id="{347C9AE0-7996-7F4B-91C2-3A21310E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56F7AC-4D59-914A-9812-4DA31266941F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CDC7445F-F8E1-6646-9EE6-43B1AA7AC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Unions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EB5F608-6D44-F044-88FC-3DF076D8B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85913"/>
            <a:ext cx="8153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unsigned float2bit(float f)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{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3 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union {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4 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	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float f;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5 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	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unsigned u;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6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} temp;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temp.f = f;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8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	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return temp.u;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9</a:t>
            </a:r>
            <a:r>
              <a:rPr lang="en-US" altLang="zh-CN" sz="2000" b="1">
                <a:solidFill>
                  <a:srgbClr val="0000FF"/>
                </a:solidFill>
                <a:latin typeface="Courier" pitchFamily="2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 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movl 	8(%ebp),    %eax</a:t>
            </a: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>
            <a:extLst>
              <a:ext uri="{FF2B5EF4-FFF2-40B4-BE49-F238E27FC236}">
                <a16:creationId xmlns:a16="http://schemas.microsoft.com/office/drawing/2014/main" id="{A3A8A1C2-97FA-7D49-A69E-4AD8CE08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2B6D5D-A1CB-D341-A8FE-AD7071B14FB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CC4DE0DA-AD0C-D940-9134-4C8BE19B4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Unions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BA0AEC3C-810A-8747-8847-464A6E25A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 unsigned copy (unsigned u)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 {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3 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		return u;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4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 }</a:t>
            </a: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262699"/>
                </a:solidFill>
                <a:latin typeface="Courier" pitchFamily="2" charset="0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 	</a:t>
            </a:r>
            <a:r>
              <a:rPr lang="en-US" altLang="zh-CN" sz="2000" b="1">
                <a:solidFill>
                  <a:srgbClr val="000000"/>
                </a:solidFill>
                <a:latin typeface="Courier" pitchFamily="2" charset="0"/>
                <a:ea typeface="宋体" panose="02010600030101010101" pitchFamily="2" charset="-122"/>
              </a:rPr>
              <a:t>movl 	8(%ebp),    %eax</a:t>
            </a:r>
          </a:p>
          <a:p>
            <a:pPr>
              <a:buFontTx/>
              <a:buNone/>
            </a:pPr>
            <a:endParaRPr lang="en-US" altLang="zh-CN" sz="2000" b="1">
              <a:solidFill>
                <a:srgbClr val="000000"/>
              </a:solidFill>
              <a:latin typeface="Courier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5">
            <a:extLst>
              <a:ext uri="{FF2B5EF4-FFF2-40B4-BE49-F238E27FC236}">
                <a16:creationId xmlns:a16="http://schemas.microsoft.com/office/drawing/2014/main" id="{E2B3932D-2C0A-FA42-8110-A28A9680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9A4162-BBFA-EF40-A6F2-EBA08601C544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6ED3389B-33A8-F144-87DE-F5C9E1706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09961A09-CD6E-DB4C-AC0B-9E6D35CB1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Alignment restrictions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The address for some type of object must be a multiple of some value k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(typically 2, 4, or 8)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Simplify the hardware design of the interface between the processor and the memory system</a:t>
            </a:r>
          </a:p>
          <a:p>
            <a:pPr lvl="1">
              <a:lnSpc>
                <a:spcPct val="140000"/>
              </a:lnSpc>
            </a:pPr>
            <a:r>
              <a:rPr lang="zh-CN" altLang="en-US">
                <a:ea typeface="宋体" panose="02010600030101010101" pitchFamily="2" charset="-122"/>
              </a:rPr>
              <a:t>是否对齐一般不影响正确性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>
                <a:ea typeface="宋体" panose="02010600030101010101" pitchFamily="2" charset="-122"/>
              </a:rPr>
              <a:t>但影响效率（可能两次访问内存，例如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double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>
            <a:extLst>
              <a:ext uri="{FF2B5EF4-FFF2-40B4-BE49-F238E27FC236}">
                <a16:creationId xmlns:a16="http://schemas.microsoft.com/office/drawing/2014/main" id="{59E7AD87-7809-5C48-AFE6-F9EF7825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28A9C6-9E56-5145-8769-B7502EE7940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2781CF3E-707E-404A-9BFB-12ABF23FD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854EB09-E350-7E46-8094-34C2966EE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In IA32 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hardware will work correctly regardless of the alignment of data 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Aligned data can improve memory system performance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>
            <a:extLst>
              <a:ext uri="{FF2B5EF4-FFF2-40B4-BE49-F238E27FC236}">
                <a16:creationId xmlns:a16="http://schemas.microsoft.com/office/drawing/2014/main" id="{8C83AC69-C643-0146-9607-7AAFE628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2B3D8D-DCA7-814A-A8E9-9791D867F41C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00064830-870C-C54D-9911-A940F8B61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4800C19-857E-B846-9AD8-DCE29742B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Linux alignment restriction 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1-byte data types are able to have any address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2-byte data types must have an address that is multiple of 2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Any larger data types must have an address that is multiple of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标题 1">
            <a:extLst>
              <a:ext uri="{FF2B5EF4-FFF2-40B4-BE49-F238E27FC236}">
                <a16:creationId xmlns:a16="http://schemas.microsoft.com/office/drawing/2014/main" id="{3DC74DEA-9FEA-BF42-967C-17990FF0A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02402" name="内容占位符 2">
            <a:extLst>
              <a:ext uri="{FF2B5EF4-FFF2-40B4-BE49-F238E27FC236}">
                <a16:creationId xmlns:a16="http://schemas.microsoft.com/office/drawing/2014/main" id="{58D43D09-AED6-5141-B035-D274FE78E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Windows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长度为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的数据类型，开头地址一定是</a:t>
            </a:r>
            <a:r>
              <a:rPr lang="en-US" altLang="zh-CN">
                <a:ea typeface="宋体" panose="02010600030101010101" pitchFamily="2" charset="-122"/>
              </a:rPr>
              <a:t>K</a:t>
            </a:r>
            <a:r>
              <a:rPr lang="zh-CN" altLang="en-US">
                <a:ea typeface="宋体" panose="02010600030101010101" pitchFamily="2" charset="-122"/>
              </a:rPr>
              <a:t>的整数倍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空间换时间，效率较高</a:t>
            </a:r>
          </a:p>
        </p:txBody>
      </p:sp>
      <p:sp>
        <p:nvSpPr>
          <p:cNvPr id="102403" name="幻灯片编号占位符 3">
            <a:extLst>
              <a:ext uri="{FF2B5EF4-FFF2-40B4-BE49-F238E27FC236}">
                <a16:creationId xmlns:a16="http://schemas.microsoft.com/office/drawing/2014/main" id="{1C6599FB-9094-F145-B72E-1ACEB1D0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375DC9-2304-3449-AFE1-77A4AF90B91E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灯片编号占位符 5">
            <a:extLst>
              <a:ext uri="{FF2B5EF4-FFF2-40B4-BE49-F238E27FC236}">
                <a16:creationId xmlns:a16="http://schemas.microsoft.com/office/drawing/2014/main" id="{E855A0DA-938C-704D-93B6-0378107D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5F1DE0-8681-3D4E-BC24-8B635E813CB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E272CF95-D828-5645-B30A-088E491CA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D2C15FC-0F00-2D40-AF99-7419D8E7C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malloc()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Returns a generic pointer that is void *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Its alignment requirement is 4</a:t>
            </a:r>
          </a:p>
          <a:p>
            <a:r>
              <a:rPr lang="en-US" altLang="zh-CN">
                <a:ea typeface="宋体" panose="02010600030101010101" pitchFamily="2" charset="-122"/>
              </a:rPr>
              <a:t>Linux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memalign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family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如</a:t>
            </a:r>
            <a:r>
              <a:rPr lang="en-US" altLang="zh-CN">
                <a:ea typeface="宋体" panose="02010600030101010101" pitchFamily="2" charset="-122"/>
              </a:rPr>
              <a:t>void</a:t>
            </a:r>
            <a:r>
              <a:rPr lang="zh-CN" altLang="en-US">
                <a:ea typeface="宋体" panose="02010600030101010101" pitchFamily="2" charset="-122"/>
              </a:rPr>
              <a:t> *</a:t>
            </a:r>
            <a:r>
              <a:rPr lang="en-US" altLang="zh-CN">
                <a:ea typeface="宋体" panose="02010600030101010101" pitchFamily="2" charset="-122"/>
              </a:rPr>
              <a:t>memalign</a:t>
            </a:r>
            <a:r>
              <a:rPr lang="zh-CN" altLang="zh-CN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(size_t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alignment,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size_t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size);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分配</a:t>
            </a:r>
            <a:r>
              <a:rPr lang="en-US" altLang="zh-CN">
                <a:ea typeface="宋体" panose="02010600030101010101" pitchFamily="2" charset="-122"/>
              </a:rPr>
              <a:t>size</a:t>
            </a:r>
            <a:r>
              <a:rPr lang="zh-CN" altLang="en-US">
                <a:ea typeface="宋体" panose="02010600030101010101" pitchFamily="2" charset="-122"/>
              </a:rPr>
              <a:t>大小内存，</a:t>
            </a:r>
            <a:r>
              <a:rPr lang="en-US" altLang="zh-CN">
                <a:ea typeface="宋体" panose="02010600030101010101" pitchFamily="2" charset="-122"/>
              </a:rPr>
              <a:t>alignment</a:t>
            </a:r>
            <a:r>
              <a:rPr lang="zh-CN" altLang="en-US">
                <a:ea typeface="宋体" panose="02010600030101010101" pitchFamily="2" charset="-122"/>
              </a:rPr>
              <a:t>的整数倍作为首地址，返回这个首地址，其中</a:t>
            </a:r>
            <a:r>
              <a:rPr lang="en-US" altLang="zh-CN">
                <a:ea typeface="宋体" panose="02010600030101010101" pitchFamily="2" charset="-122"/>
              </a:rPr>
              <a:t>alignment</a:t>
            </a:r>
            <a:r>
              <a:rPr lang="zh-CN" altLang="en-US">
                <a:ea typeface="宋体" panose="02010600030101010101" pitchFamily="2" charset="-122"/>
              </a:rPr>
              <a:t>必须是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的整数倍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http://man7.org/linux/man-pages/man3/posix_memalign.3.html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标题 1">
            <a:extLst>
              <a:ext uri="{FF2B5EF4-FFF2-40B4-BE49-F238E27FC236}">
                <a16:creationId xmlns:a16="http://schemas.microsoft.com/office/drawing/2014/main" id="{C088EE7D-41DF-C84D-A1B0-5F5ECCBFC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如何实现对齐分配和释放内存？</a:t>
            </a:r>
          </a:p>
        </p:txBody>
      </p:sp>
      <p:sp>
        <p:nvSpPr>
          <p:cNvPr id="105474" name="内容占位符 2">
            <a:extLst>
              <a:ext uri="{FF2B5EF4-FFF2-40B4-BE49-F238E27FC236}">
                <a16:creationId xmlns:a16="http://schemas.microsoft.com/office/drawing/2014/main" id="{D6598E2E-FDBB-AE40-9CBB-B651C0D9F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>
                <a:ea typeface="宋体" panose="02010600030101010101" pitchFamily="2" charset="-122"/>
              </a:rPr>
              <a:t>void* aligned_malloc(size_t required_bytes, size_t alignment)</a:t>
            </a:r>
            <a:r>
              <a:rPr lang="zh-CN" altLang="en-US" sz="1800"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{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void* p1; // original block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void** p2; // aligned block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int offset = alignment - 1 + sizeof(void*);</a:t>
            </a:r>
            <a:r>
              <a:rPr lang="zh-CN" altLang="en-US" sz="1800">
                <a:ea typeface="宋体" panose="02010600030101010101" pitchFamily="2" charset="-122"/>
              </a:rPr>
              <a:t>  </a:t>
            </a:r>
            <a:r>
              <a:rPr lang="en-US" altLang="zh-CN" sz="1800">
                <a:ea typeface="宋体" panose="02010600030101010101" pitchFamily="2" charset="-122"/>
              </a:rPr>
              <a:t>//</a:t>
            </a:r>
            <a:r>
              <a:rPr lang="zh-CN" altLang="en-US" sz="1800">
                <a:ea typeface="宋体" panose="02010600030101010101" pitchFamily="2" charset="-122"/>
              </a:rPr>
              <a:t>对齐最远偏移</a:t>
            </a:r>
            <a:r>
              <a:rPr lang="en-US" altLang="zh-CN" sz="1800">
                <a:ea typeface="宋体" panose="02010600030101010101" pitchFamily="2" charset="-122"/>
              </a:rPr>
              <a:t>alignment-1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if ((p1 = (void*)malloc(required_bytes + offset)) == NULL)</a:t>
            </a:r>
            <a:r>
              <a:rPr lang="zh-CN" altLang="en-US" sz="1800">
                <a:ea typeface="宋体" panose="02010600030101010101" pitchFamily="2" charset="-122"/>
              </a:rPr>
              <a:t> </a:t>
            </a:r>
            <a:r>
              <a:rPr lang="mr-IN" altLang="zh-CN" sz="1800">
                <a:ea typeface="宋体" panose="02010600030101010101" pitchFamily="2" charset="-122"/>
              </a:rPr>
              <a:t>{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   return NULL;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}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p2 = (void**)(((size_t)(p1) + offset) &amp; ~(alignment - 1));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p2[-1] = p1;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return p2;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void aligned_free(void *p)</a:t>
            </a:r>
            <a:r>
              <a:rPr lang="zh-CN" altLang="en-US" sz="1800"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{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    free(((void**)p)[-1]);</a:t>
            </a:r>
          </a:p>
          <a:p>
            <a:r>
              <a:rPr lang="mr-IN" altLang="zh-CN" sz="1800">
                <a:ea typeface="宋体" panose="02010600030101010101" pitchFamily="2" charset="-122"/>
              </a:rPr>
              <a:t>}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05475" name="幻灯片编号占位符 3">
            <a:extLst>
              <a:ext uri="{FF2B5EF4-FFF2-40B4-BE49-F238E27FC236}">
                <a16:creationId xmlns:a16="http://schemas.microsoft.com/office/drawing/2014/main" id="{4CA59982-2184-D342-94B7-97ECD427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C5B62D-3FAD-4F46-8EFF-A61C06E8B170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>
            <a:extLst>
              <a:ext uri="{FF2B5EF4-FFF2-40B4-BE49-F238E27FC236}">
                <a16:creationId xmlns:a16="http://schemas.microsoft.com/office/drawing/2014/main" id="{B56145EB-0570-E946-B23A-96016BA6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26FBBE-C71E-0742-8056-17EA2D7DF32C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A837CECC-4201-1949-B8B2-14F873609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Alignment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FF6A03D7-EE09-4945-B70D-09E218D49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Structure data type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may need to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insert gaps </a:t>
            </a:r>
            <a:r>
              <a:rPr lang="en-US" altLang="zh-CN" dirty="0">
                <a:ea typeface="宋体" panose="02010600030101010101" pitchFamily="2" charset="-122"/>
              </a:rPr>
              <a:t>in the field allocation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may need to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add padding </a:t>
            </a:r>
            <a:r>
              <a:rPr lang="en-US" altLang="zh-CN" dirty="0">
                <a:ea typeface="宋体" panose="02010600030101010101" pitchFamily="2" charset="-122"/>
              </a:rPr>
              <a:t>to the end of the structure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Structure</a:t>
            </a:r>
            <a:r>
              <a:rPr lang="zh-CN" altLang="en-US" dirty="0">
                <a:ea typeface="宋体" panose="02010600030101010101" pitchFamily="2" charset="-122"/>
              </a:rPr>
              <a:t>的对齐规则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zh-CN" altLang="en-US" dirty="0">
                <a:ea typeface="宋体" panose="02010600030101010101" pitchFamily="2" charset="-122"/>
              </a:rPr>
              <a:t>其最大元素的对齐规则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>
            <a:extLst>
              <a:ext uri="{FF2B5EF4-FFF2-40B4-BE49-F238E27FC236}">
                <a16:creationId xmlns:a16="http://schemas.microsoft.com/office/drawing/2014/main" id="{402901C5-6D31-0A4C-8019-1DCD1AA8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179A86-8E83-BC40-902D-928B4522FA2D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33D883FB-F76B-9E4B-A2A7-23C60D8A6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Simple Example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B0922E6-D9C0-594A-9DA5-96673C4AA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048000" cy="289554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struct xxx {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	int </a:t>
            </a:r>
            <a:r>
              <a:rPr lang="en-US" altLang="zh-CN" sz="20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	char c;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	double d;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endParaRPr lang="en-US" altLang="zh-CN" sz="20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struct xxx x[2];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CE3AE77-9EAB-EF40-9819-189507F92E08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581150"/>
            <a:ext cx="1143000" cy="3829050"/>
            <a:chOff x="4800600" y="1352788"/>
            <a:chExt cx="1143000" cy="3828812"/>
          </a:xfrm>
        </p:grpSpPr>
        <p:sp>
          <p:nvSpPr>
            <p:cNvPr id="109590" name="Rectangle 7">
              <a:extLst>
                <a:ext uri="{FF2B5EF4-FFF2-40B4-BE49-F238E27FC236}">
                  <a16:creationId xmlns:a16="http://schemas.microsoft.com/office/drawing/2014/main" id="{C0EFD27C-304E-C04C-AD36-20894C13D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524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1" name="Rectangle 8">
              <a:extLst>
                <a:ext uri="{FF2B5EF4-FFF2-40B4-BE49-F238E27FC236}">
                  <a16:creationId xmlns:a16="http://schemas.microsoft.com/office/drawing/2014/main" id="{7B3C71EA-800B-504D-8ADE-3B3D4FC5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676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2" name="Rectangle 9">
              <a:extLst>
                <a:ext uri="{FF2B5EF4-FFF2-40B4-BE49-F238E27FC236}">
                  <a16:creationId xmlns:a16="http://schemas.microsoft.com/office/drawing/2014/main" id="{70740AF8-0DA0-4942-8E3F-53BF048B8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828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3" name="Rectangle 10">
              <a:extLst>
                <a:ext uri="{FF2B5EF4-FFF2-40B4-BE49-F238E27FC236}">
                  <a16:creationId xmlns:a16="http://schemas.microsoft.com/office/drawing/2014/main" id="{D62E3EE6-08B3-4C49-A51C-7D19DFDFA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981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4" name="Rectangle 11">
              <a:extLst>
                <a:ext uri="{FF2B5EF4-FFF2-40B4-BE49-F238E27FC236}">
                  <a16:creationId xmlns:a16="http://schemas.microsoft.com/office/drawing/2014/main" id="{7AD870D8-EAEC-0B49-BAF6-8B622B2E6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5" name="Rectangle 12">
              <a:extLst>
                <a:ext uri="{FF2B5EF4-FFF2-40B4-BE49-F238E27FC236}">
                  <a16:creationId xmlns:a16="http://schemas.microsoft.com/office/drawing/2014/main" id="{B8D2BD34-C538-D54B-AF32-9DC131D28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6" name="Rectangle 13">
              <a:extLst>
                <a:ext uri="{FF2B5EF4-FFF2-40B4-BE49-F238E27FC236}">
                  <a16:creationId xmlns:a16="http://schemas.microsoft.com/office/drawing/2014/main" id="{FADEDC16-BFBE-8843-B1DC-981C7A272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97" name="Rectangle 14">
              <a:extLst>
                <a:ext uri="{FF2B5EF4-FFF2-40B4-BE49-F238E27FC236}">
                  <a16:creationId xmlns:a16="http://schemas.microsoft.com/office/drawing/2014/main" id="{BA8CEAD0-77FB-A14D-A1D6-A16FC6DD0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9325CE-E77C-3843-BBBC-7CFE3E1AFEBA}"/>
                </a:ext>
              </a:extLst>
            </p:cNvPr>
            <p:cNvSpPr txBox="1"/>
            <p:nvPr/>
          </p:nvSpPr>
          <p:spPr>
            <a:xfrm>
              <a:off x="4800600" y="1352788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88304E-4C84-E94E-BC1E-41E209F07B8A}"/>
                </a:ext>
              </a:extLst>
            </p:cNvPr>
            <p:cNvSpPr txBox="1"/>
            <p:nvPr/>
          </p:nvSpPr>
          <p:spPr>
            <a:xfrm>
              <a:off x="4800600" y="1962350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09600" name="Rectangle 17">
              <a:extLst>
                <a:ext uri="{FF2B5EF4-FFF2-40B4-BE49-F238E27FC236}">
                  <a16:creationId xmlns:a16="http://schemas.microsoft.com/office/drawing/2014/main" id="{414F122E-E1F5-F049-B6C5-A9A7E0C8C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743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1" name="Rectangle 18">
              <a:extLst>
                <a:ext uri="{FF2B5EF4-FFF2-40B4-BE49-F238E27FC236}">
                  <a16:creationId xmlns:a16="http://schemas.microsoft.com/office/drawing/2014/main" id="{87CB2F72-7A8C-9F40-B79C-116DE350F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2" name="Rectangle 19">
              <a:extLst>
                <a:ext uri="{FF2B5EF4-FFF2-40B4-BE49-F238E27FC236}">
                  <a16:creationId xmlns:a16="http://schemas.microsoft.com/office/drawing/2014/main" id="{6E1C9516-E1FB-114F-9298-AEF086EDA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048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3" name="Rectangle 20">
              <a:extLst>
                <a:ext uri="{FF2B5EF4-FFF2-40B4-BE49-F238E27FC236}">
                  <a16:creationId xmlns:a16="http://schemas.microsoft.com/office/drawing/2014/main" id="{9102DEA5-CFB8-264A-B3C6-513071A87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200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4C6DDD-BA9E-4C41-ABBD-9AB80F9378DC}"/>
                </a:ext>
              </a:extLst>
            </p:cNvPr>
            <p:cNvSpPr txBox="1"/>
            <p:nvPr/>
          </p:nvSpPr>
          <p:spPr>
            <a:xfrm>
              <a:off x="4800600" y="2571912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0x08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09605" name="Rectangle 22">
              <a:extLst>
                <a:ext uri="{FF2B5EF4-FFF2-40B4-BE49-F238E27FC236}">
                  <a16:creationId xmlns:a16="http://schemas.microsoft.com/office/drawing/2014/main" id="{F538EDDA-B508-164C-A1D8-EF1614D5A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352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6" name="Rectangle 23">
              <a:extLst>
                <a:ext uri="{FF2B5EF4-FFF2-40B4-BE49-F238E27FC236}">
                  <a16:creationId xmlns:a16="http://schemas.microsoft.com/office/drawing/2014/main" id="{2B49E207-4667-5140-870C-71F5C381F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505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7" name="Rectangle 24">
              <a:extLst>
                <a:ext uri="{FF2B5EF4-FFF2-40B4-BE49-F238E27FC236}">
                  <a16:creationId xmlns:a16="http://schemas.microsoft.com/office/drawing/2014/main" id="{ADD36A39-EE4D-804B-B353-0BCA7A3FB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57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8" name="Rectangle 25">
              <a:extLst>
                <a:ext uri="{FF2B5EF4-FFF2-40B4-BE49-F238E27FC236}">
                  <a16:creationId xmlns:a16="http://schemas.microsoft.com/office/drawing/2014/main" id="{80BEBD2F-AC32-7741-88BE-E9FAB7A54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10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3DED3C-4E4A-1349-8F5D-23FE3CEE798B}"/>
                </a:ext>
              </a:extLst>
            </p:cNvPr>
            <p:cNvSpPr txBox="1"/>
            <p:nvPr/>
          </p:nvSpPr>
          <p:spPr>
            <a:xfrm>
              <a:off x="4800600" y="3170363"/>
              <a:ext cx="762000" cy="3682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0x0C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09610" name="Rectangle 27">
              <a:extLst>
                <a:ext uri="{FF2B5EF4-FFF2-40B4-BE49-F238E27FC236}">
                  <a16:creationId xmlns:a16="http://schemas.microsoft.com/office/drawing/2014/main" id="{D5129E8A-4A30-0245-8E1D-19FF4B47C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962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1" name="Rectangle 28">
              <a:extLst>
                <a:ext uri="{FF2B5EF4-FFF2-40B4-BE49-F238E27FC236}">
                  <a16:creationId xmlns:a16="http://schemas.microsoft.com/office/drawing/2014/main" id="{48EBBABD-F727-3B4A-9E22-78C9931CF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114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2" name="Rectangle 29">
              <a:extLst>
                <a:ext uri="{FF2B5EF4-FFF2-40B4-BE49-F238E27FC236}">
                  <a16:creationId xmlns:a16="http://schemas.microsoft.com/office/drawing/2014/main" id="{F9367807-EFC5-074E-A235-EAFB8A9E3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267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3" name="Rectangle 30">
              <a:extLst>
                <a:ext uri="{FF2B5EF4-FFF2-40B4-BE49-F238E27FC236}">
                  <a16:creationId xmlns:a16="http://schemas.microsoft.com/office/drawing/2014/main" id="{5FFB49BF-A114-3D44-AC7B-205D27F75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419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C41E30-94E8-4E48-AEB6-2ACBE26F430A}"/>
                </a:ext>
              </a:extLst>
            </p:cNvPr>
            <p:cNvSpPr txBox="1"/>
            <p:nvPr/>
          </p:nvSpPr>
          <p:spPr>
            <a:xfrm>
              <a:off x="4800600" y="3779925"/>
              <a:ext cx="762000" cy="3682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09615" name="Rectangle 32">
              <a:extLst>
                <a:ext uri="{FF2B5EF4-FFF2-40B4-BE49-F238E27FC236}">
                  <a16:creationId xmlns:a16="http://schemas.microsoft.com/office/drawing/2014/main" id="{6F764BB1-BA73-BB41-8CB3-B81262E94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572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6" name="Rectangle 33">
              <a:extLst>
                <a:ext uri="{FF2B5EF4-FFF2-40B4-BE49-F238E27FC236}">
                  <a16:creationId xmlns:a16="http://schemas.microsoft.com/office/drawing/2014/main" id="{AC7414B1-7820-4B42-9C6B-D3F4BBFD7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724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7" name="Rectangle 34">
              <a:extLst>
                <a:ext uri="{FF2B5EF4-FFF2-40B4-BE49-F238E27FC236}">
                  <a16:creationId xmlns:a16="http://schemas.microsoft.com/office/drawing/2014/main" id="{D5753A8D-9AB2-5848-A79C-E364AC6C6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876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18" name="Rectangle 35">
              <a:extLst>
                <a:ext uri="{FF2B5EF4-FFF2-40B4-BE49-F238E27FC236}">
                  <a16:creationId xmlns:a16="http://schemas.microsoft.com/office/drawing/2014/main" id="{D10679C4-9CC5-434F-84D1-601C70A63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029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195845-8497-2E40-9232-8BA0E3624C16}"/>
                </a:ext>
              </a:extLst>
            </p:cNvPr>
            <p:cNvSpPr txBox="1"/>
            <p:nvPr/>
          </p:nvSpPr>
          <p:spPr>
            <a:xfrm>
              <a:off x="4800600" y="4400599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7F16E8D-F8C2-A943-A277-D515ACC41F5C}"/>
              </a:ext>
            </a:extLst>
          </p:cNvPr>
          <p:cNvSpPr txBox="1"/>
          <p:nvPr/>
        </p:nvSpPr>
        <p:spPr>
          <a:xfrm>
            <a:off x="5943600" y="1570038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B05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&amp;x[0].i</a:t>
            </a:r>
            <a:endParaRPr lang="en-US" altLang="zh-CN" sz="2400">
              <a:solidFill>
                <a:srgbClr val="00B05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grpSp>
        <p:nvGrpSpPr>
          <p:cNvPr id="3" name="Group 48">
            <a:extLst>
              <a:ext uri="{FF2B5EF4-FFF2-40B4-BE49-F238E27FC236}">
                <a16:creationId xmlns:a16="http://schemas.microsoft.com/office/drawing/2014/main" id="{9C6733A0-4C85-2A49-B85C-6787E2B7F7A2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752600"/>
            <a:ext cx="381000" cy="609600"/>
            <a:chOff x="5562600" y="2133600"/>
            <a:chExt cx="381000" cy="609600"/>
          </a:xfrm>
        </p:grpSpPr>
        <p:sp>
          <p:nvSpPr>
            <p:cNvPr id="109586" name="Rectangle 49">
              <a:extLst>
                <a:ext uri="{FF2B5EF4-FFF2-40B4-BE49-F238E27FC236}">
                  <a16:creationId xmlns:a16="http://schemas.microsoft.com/office/drawing/2014/main" id="{A9D2394F-51DD-944F-8206-1496A8B17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7" name="Rectangle 50">
              <a:extLst>
                <a:ext uri="{FF2B5EF4-FFF2-40B4-BE49-F238E27FC236}">
                  <a16:creationId xmlns:a16="http://schemas.microsoft.com/office/drawing/2014/main" id="{09542B1F-7D05-234F-AA8E-B91ECE511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8" name="Rectangle 51">
              <a:extLst>
                <a:ext uri="{FF2B5EF4-FFF2-40B4-BE49-F238E27FC236}">
                  <a16:creationId xmlns:a16="http://schemas.microsoft.com/office/drawing/2014/main" id="{8EE6EB49-8E31-7243-898B-ECD811B2F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9" name="Rectangle 52">
              <a:extLst>
                <a:ext uri="{FF2B5EF4-FFF2-40B4-BE49-F238E27FC236}">
                  <a16:creationId xmlns:a16="http://schemas.microsoft.com/office/drawing/2014/main" id="{739D9623-300F-544D-B391-3F30C94BD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4110F09-0401-0349-91CE-EDD11677E66C}"/>
              </a:ext>
            </a:extLst>
          </p:cNvPr>
          <p:cNvSpPr txBox="1"/>
          <p:nvPr/>
        </p:nvSpPr>
        <p:spPr>
          <a:xfrm>
            <a:off x="5943600" y="21764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&amp;x[0].c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0CD6A4-D4A6-2D4B-8DF7-0BE2493D2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362200"/>
            <a:ext cx="381000" cy="1524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01C144-55CA-B94D-B5D9-E6B952951CB4}"/>
              </a:ext>
            </a:extLst>
          </p:cNvPr>
          <p:cNvSpPr txBox="1"/>
          <p:nvPr/>
        </p:nvSpPr>
        <p:spPr>
          <a:xfrm>
            <a:off x="5943600" y="27860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&amp;x[0].d</a:t>
            </a:r>
            <a:endParaRPr lang="en-US" altLang="zh-CN" sz="2400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grpSp>
        <p:nvGrpSpPr>
          <p:cNvPr id="4" name="Group 86">
            <a:extLst>
              <a:ext uri="{FF2B5EF4-FFF2-40B4-BE49-F238E27FC236}">
                <a16:creationId xmlns:a16="http://schemas.microsoft.com/office/drawing/2014/main" id="{87D93630-E9CA-6241-A3A2-6FD2959A2DDA}"/>
              </a:ext>
            </a:extLst>
          </p:cNvPr>
          <p:cNvGrpSpPr/>
          <p:nvPr/>
        </p:nvGrpSpPr>
        <p:grpSpPr>
          <a:xfrm>
            <a:off x="5562600" y="2971800"/>
            <a:ext cx="381000" cy="1219200"/>
            <a:chOff x="5562600" y="3962400"/>
            <a:chExt cx="381000" cy="1219200"/>
          </a:xfrm>
          <a:solidFill>
            <a:srgbClr val="FF0000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8E3F27F-8C8D-F94C-BF12-15BEC980D45E}"/>
                </a:ext>
              </a:extLst>
            </p:cNvPr>
            <p:cNvSpPr/>
            <p:nvPr/>
          </p:nvSpPr>
          <p:spPr bwMode="auto">
            <a:xfrm>
              <a:off x="5562600" y="39624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E887217-4FEE-F343-985D-B289E956C446}"/>
                </a:ext>
              </a:extLst>
            </p:cNvPr>
            <p:cNvSpPr/>
            <p:nvPr/>
          </p:nvSpPr>
          <p:spPr bwMode="auto">
            <a:xfrm>
              <a:off x="5562600" y="41148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DC7F89-A0BB-4B4C-8501-A880C9789DDD}"/>
                </a:ext>
              </a:extLst>
            </p:cNvPr>
            <p:cNvSpPr/>
            <p:nvPr/>
          </p:nvSpPr>
          <p:spPr bwMode="auto">
            <a:xfrm>
              <a:off x="5562600" y="42672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1887B6B-BEC9-F741-A871-2E700958831C}"/>
                </a:ext>
              </a:extLst>
            </p:cNvPr>
            <p:cNvSpPr/>
            <p:nvPr/>
          </p:nvSpPr>
          <p:spPr bwMode="auto">
            <a:xfrm>
              <a:off x="5562600" y="44196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946BEB3-1905-AA47-A5D4-1C94444795DC}"/>
                </a:ext>
              </a:extLst>
            </p:cNvPr>
            <p:cNvSpPr/>
            <p:nvPr/>
          </p:nvSpPr>
          <p:spPr bwMode="auto">
            <a:xfrm>
              <a:off x="5562600" y="45720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DA9AE66-F148-804A-9AF8-4BEDA5786FC1}"/>
                </a:ext>
              </a:extLst>
            </p:cNvPr>
            <p:cNvSpPr/>
            <p:nvPr/>
          </p:nvSpPr>
          <p:spPr bwMode="auto">
            <a:xfrm>
              <a:off x="5562600" y="47244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64E5750-66ED-BC4C-8A9B-79FB9D1FB5EF}"/>
                </a:ext>
              </a:extLst>
            </p:cNvPr>
            <p:cNvSpPr/>
            <p:nvPr/>
          </p:nvSpPr>
          <p:spPr bwMode="auto">
            <a:xfrm>
              <a:off x="5562600" y="48768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8E2E8B7-3960-524F-B22B-38D3B3B9854D}"/>
                </a:ext>
              </a:extLst>
            </p:cNvPr>
            <p:cNvSpPr/>
            <p:nvPr/>
          </p:nvSpPr>
          <p:spPr bwMode="auto">
            <a:xfrm>
              <a:off x="5562600" y="50292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95">
            <a:extLst>
              <a:ext uri="{FF2B5EF4-FFF2-40B4-BE49-F238E27FC236}">
                <a16:creationId xmlns:a16="http://schemas.microsoft.com/office/drawing/2014/main" id="{50FAB7C5-FE6A-DB42-921F-29989A5A04E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191000"/>
            <a:ext cx="381000" cy="609600"/>
            <a:chOff x="5562600" y="2133600"/>
            <a:chExt cx="381000" cy="609600"/>
          </a:xfrm>
        </p:grpSpPr>
        <p:sp>
          <p:nvSpPr>
            <p:cNvPr id="109582" name="Rectangle 96">
              <a:extLst>
                <a:ext uri="{FF2B5EF4-FFF2-40B4-BE49-F238E27FC236}">
                  <a16:creationId xmlns:a16="http://schemas.microsoft.com/office/drawing/2014/main" id="{A3FADF83-326F-A14A-95AB-BF6385EF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3" name="Rectangle 97">
              <a:extLst>
                <a:ext uri="{FF2B5EF4-FFF2-40B4-BE49-F238E27FC236}">
                  <a16:creationId xmlns:a16="http://schemas.microsoft.com/office/drawing/2014/main" id="{70C0EFE0-30B3-3743-9BAC-F0809786A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4" name="Rectangle 98">
              <a:extLst>
                <a:ext uri="{FF2B5EF4-FFF2-40B4-BE49-F238E27FC236}">
                  <a16:creationId xmlns:a16="http://schemas.microsoft.com/office/drawing/2014/main" id="{EA66590A-1B44-BB4B-BF43-D0599EADC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585" name="Rectangle 99">
              <a:extLst>
                <a:ext uri="{FF2B5EF4-FFF2-40B4-BE49-F238E27FC236}">
                  <a16:creationId xmlns:a16="http://schemas.microsoft.com/office/drawing/2014/main" id="{817C052E-514A-0640-B155-C95055D41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D9279395-23F6-E445-8197-DA5B1D574C7A}"/>
              </a:ext>
            </a:extLst>
          </p:cNvPr>
          <p:cNvSpPr txBox="1"/>
          <p:nvPr/>
        </p:nvSpPr>
        <p:spPr>
          <a:xfrm>
            <a:off x="5943600" y="3989388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B05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&amp;x[1].i</a:t>
            </a:r>
            <a:endParaRPr lang="en-US" altLang="zh-CN" sz="2400">
              <a:solidFill>
                <a:srgbClr val="00B05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D16C98-7758-E54B-9077-BCB3BE59F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52600"/>
            <a:ext cx="533400" cy="24384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3CF865-4903-9F43-B3C6-C0D4FECFA604}"/>
              </a:ext>
            </a:extLst>
          </p:cNvPr>
          <p:cNvSpPr/>
          <p:nvPr/>
        </p:nvSpPr>
        <p:spPr>
          <a:xfrm>
            <a:off x="457200" y="5029176"/>
            <a:ext cx="276550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Struct</a:t>
            </a: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</a:rPr>
              <a:t>整体对齐规则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</a:rPr>
              <a:t>由其中最大的元素决定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</a:rPr>
              <a:t>（此例为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</a:rPr>
              <a:t>字节）</a:t>
            </a: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4" grpId="0"/>
      <p:bldP spid="55" grpId="0" animBg="1"/>
      <p:bldP spid="86" grpId="0"/>
      <p:bldP spid="101" grpId="0"/>
      <p:bldP spid="10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Title 1">
            <a:extLst>
              <a:ext uri="{FF2B5EF4-FFF2-40B4-BE49-F238E27FC236}">
                <a16:creationId xmlns:a16="http://schemas.microsoft.com/office/drawing/2014/main" id="{DEDD7B80-7837-E24B-8563-572D0EDF1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Complex Example </a:t>
            </a:r>
          </a:p>
        </p:txBody>
      </p:sp>
      <p:sp>
        <p:nvSpPr>
          <p:cNvPr id="111618" name="Content Placeholder 2">
            <a:extLst>
              <a:ext uri="{FF2B5EF4-FFF2-40B4-BE49-F238E27FC236}">
                <a16:creationId xmlns:a16="http://schemas.microsoft.com/office/drawing/2014/main" id="{91F9599C-3566-404B-B979-2A809FF26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32766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struct xxx {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short s;</a:t>
            </a:r>
            <a:r>
              <a:rPr lang="zh-CN" altLang="en-US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endParaRPr lang="en-US" altLang="zh-CN" sz="20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char c0;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int </a:t>
            </a:r>
            <a:r>
              <a:rPr lang="en-US" altLang="zh-CN" sz="20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long l;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char c1;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char a[2];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double d;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    char c2;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endParaRPr lang="en-US" altLang="zh-CN" sz="2000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宋体" panose="02010600030101010101" pitchFamily="2" charset="-122"/>
              </a:rPr>
              <a:t>struct xxx x[2];</a:t>
            </a:r>
          </a:p>
          <a:p>
            <a:pPr>
              <a:buFontTx/>
              <a:buNone/>
            </a:pPr>
            <a:endParaRPr lang="en-US" altLang="zh-CN" sz="2000" dirty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11619" name="Slide Number Placeholder 3">
            <a:extLst>
              <a:ext uri="{FF2B5EF4-FFF2-40B4-BE49-F238E27FC236}">
                <a16:creationId xmlns:a16="http://schemas.microsoft.com/office/drawing/2014/main" id="{62D706F8-AA35-C649-9365-BB8DF82A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295972-2324-3C4E-A065-17902D3E32A1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6">
            <a:extLst>
              <a:ext uri="{FF2B5EF4-FFF2-40B4-BE49-F238E27FC236}">
                <a16:creationId xmlns:a16="http://schemas.microsoft.com/office/drawing/2014/main" id="{6F0AE502-EE81-BB42-A2AB-AB513076EAB7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52550"/>
            <a:ext cx="1143000" cy="5048250"/>
            <a:chOff x="4800600" y="1352788"/>
            <a:chExt cx="1143000" cy="5048012"/>
          </a:xfrm>
        </p:grpSpPr>
        <p:sp>
          <p:nvSpPr>
            <p:cNvPr id="111650" name="Rectangle 4">
              <a:extLst>
                <a:ext uri="{FF2B5EF4-FFF2-40B4-BE49-F238E27FC236}">
                  <a16:creationId xmlns:a16="http://schemas.microsoft.com/office/drawing/2014/main" id="{35307321-4BF4-5640-962E-1DD3E545B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524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1" name="Rectangle 5">
              <a:extLst>
                <a:ext uri="{FF2B5EF4-FFF2-40B4-BE49-F238E27FC236}">
                  <a16:creationId xmlns:a16="http://schemas.microsoft.com/office/drawing/2014/main" id="{EBC9B92A-78B5-2948-A656-D68B112C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676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2" name="Rectangle 6">
              <a:extLst>
                <a:ext uri="{FF2B5EF4-FFF2-40B4-BE49-F238E27FC236}">
                  <a16:creationId xmlns:a16="http://schemas.microsoft.com/office/drawing/2014/main" id="{C3728204-D0C3-3D44-9075-9122D478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828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3" name="Rectangle 7">
              <a:extLst>
                <a:ext uri="{FF2B5EF4-FFF2-40B4-BE49-F238E27FC236}">
                  <a16:creationId xmlns:a16="http://schemas.microsoft.com/office/drawing/2014/main" id="{45374E4A-E13C-2D41-91F8-8065F4EE4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981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4" name="Rectangle 8">
              <a:extLst>
                <a:ext uri="{FF2B5EF4-FFF2-40B4-BE49-F238E27FC236}">
                  <a16:creationId xmlns:a16="http://schemas.microsoft.com/office/drawing/2014/main" id="{DD4E0446-46FB-5D46-91D4-1CB424AE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5" name="Rectangle 9">
              <a:extLst>
                <a:ext uri="{FF2B5EF4-FFF2-40B4-BE49-F238E27FC236}">
                  <a16:creationId xmlns:a16="http://schemas.microsoft.com/office/drawing/2014/main" id="{73245CE5-1067-5A45-A81B-FED29BDD9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6" name="Rectangle 10">
              <a:extLst>
                <a:ext uri="{FF2B5EF4-FFF2-40B4-BE49-F238E27FC236}">
                  <a16:creationId xmlns:a16="http://schemas.microsoft.com/office/drawing/2014/main" id="{25D872F5-A3A5-424C-B9BD-572350050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7" name="Rectangle 11">
              <a:extLst>
                <a:ext uri="{FF2B5EF4-FFF2-40B4-BE49-F238E27FC236}">
                  <a16:creationId xmlns:a16="http://schemas.microsoft.com/office/drawing/2014/main" id="{79938F43-496D-3B43-A614-91FEB7F87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E0B615-4FC1-5645-99F9-C1CAF6BE0BDB}"/>
                </a:ext>
              </a:extLst>
            </p:cNvPr>
            <p:cNvSpPr txBox="1"/>
            <p:nvPr/>
          </p:nvSpPr>
          <p:spPr>
            <a:xfrm>
              <a:off x="4800600" y="1352788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9E6B4D-7448-974C-86F5-42C60FD6ABD9}"/>
                </a:ext>
              </a:extLst>
            </p:cNvPr>
            <p:cNvSpPr txBox="1"/>
            <p:nvPr/>
          </p:nvSpPr>
          <p:spPr>
            <a:xfrm>
              <a:off x="4800600" y="1962359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60" name="Rectangle 15">
              <a:extLst>
                <a:ext uri="{FF2B5EF4-FFF2-40B4-BE49-F238E27FC236}">
                  <a16:creationId xmlns:a16="http://schemas.microsoft.com/office/drawing/2014/main" id="{BB4AA395-DD6D-C443-8716-CAA1CBA87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743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1" name="Rectangle 16">
              <a:extLst>
                <a:ext uri="{FF2B5EF4-FFF2-40B4-BE49-F238E27FC236}">
                  <a16:creationId xmlns:a16="http://schemas.microsoft.com/office/drawing/2014/main" id="{AFE49880-7AD7-D149-8C66-C95161517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2" name="Rectangle 17">
              <a:extLst>
                <a:ext uri="{FF2B5EF4-FFF2-40B4-BE49-F238E27FC236}">
                  <a16:creationId xmlns:a16="http://schemas.microsoft.com/office/drawing/2014/main" id="{AEA18F55-6136-8947-9B0D-119683CAB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048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3" name="Rectangle 18">
              <a:extLst>
                <a:ext uri="{FF2B5EF4-FFF2-40B4-BE49-F238E27FC236}">
                  <a16:creationId xmlns:a16="http://schemas.microsoft.com/office/drawing/2014/main" id="{9B77054B-80D2-5443-A3CA-931725F4B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200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44BE96-AA0E-6A4E-9D09-B26FC0F13AFF}"/>
                </a:ext>
              </a:extLst>
            </p:cNvPr>
            <p:cNvSpPr txBox="1"/>
            <p:nvPr/>
          </p:nvSpPr>
          <p:spPr>
            <a:xfrm>
              <a:off x="4800600" y="2571931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0x08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65" name="Rectangle 20">
              <a:extLst>
                <a:ext uri="{FF2B5EF4-FFF2-40B4-BE49-F238E27FC236}">
                  <a16:creationId xmlns:a16="http://schemas.microsoft.com/office/drawing/2014/main" id="{89477A09-AED1-7A46-99E5-F0F219498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352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6" name="Rectangle 21">
              <a:extLst>
                <a:ext uri="{FF2B5EF4-FFF2-40B4-BE49-F238E27FC236}">
                  <a16:creationId xmlns:a16="http://schemas.microsoft.com/office/drawing/2014/main" id="{EC2EF012-B317-694A-8FFF-2B5EB7731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505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7" name="Rectangle 22">
              <a:extLst>
                <a:ext uri="{FF2B5EF4-FFF2-40B4-BE49-F238E27FC236}">
                  <a16:creationId xmlns:a16="http://schemas.microsoft.com/office/drawing/2014/main" id="{D9306AEA-FE84-DE47-ADB3-121F0BA66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57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8" name="Rectangle 23">
              <a:extLst>
                <a:ext uri="{FF2B5EF4-FFF2-40B4-BE49-F238E27FC236}">
                  <a16:creationId xmlns:a16="http://schemas.microsoft.com/office/drawing/2014/main" id="{200A4108-0806-5B42-B99C-4C651315B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10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EF3301F-BD2F-BB42-B43E-60B7D1472473}"/>
                </a:ext>
              </a:extLst>
            </p:cNvPr>
            <p:cNvSpPr txBox="1"/>
            <p:nvPr/>
          </p:nvSpPr>
          <p:spPr>
            <a:xfrm>
              <a:off x="4800600" y="3170390"/>
              <a:ext cx="7620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0x0C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70" name="Rectangle 25">
              <a:extLst>
                <a:ext uri="{FF2B5EF4-FFF2-40B4-BE49-F238E27FC236}">
                  <a16:creationId xmlns:a16="http://schemas.microsoft.com/office/drawing/2014/main" id="{8781DCD2-59D3-744B-A8B6-F609293B8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962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1" name="Rectangle 26">
              <a:extLst>
                <a:ext uri="{FF2B5EF4-FFF2-40B4-BE49-F238E27FC236}">
                  <a16:creationId xmlns:a16="http://schemas.microsoft.com/office/drawing/2014/main" id="{67DE12F3-8095-6A44-A67D-F2DD7A6B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114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2" name="Rectangle 27">
              <a:extLst>
                <a:ext uri="{FF2B5EF4-FFF2-40B4-BE49-F238E27FC236}">
                  <a16:creationId xmlns:a16="http://schemas.microsoft.com/office/drawing/2014/main" id="{0F1A93AC-725B-5442-88A3-303F0F2A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267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3" name="Rectangle 28">
              <a:extLst>
                <a:ext uri="{FF2B5EF4-FFF2-40B4-BE49-F238E27FC236}">
                  <a16:creationId xmlns:a16="http://schemas.microsoft.com/office/drawing/2014/main" id="{5C36B3F2-0FBF-D540-B5A9-910A83ECD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419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CEE5A7-4C19-7D44-BBC9-43D3A06CFD7D}"/>
                </a:ext>
              </a:extLst>
            </p:cNvPr>
            <p:cNvSpPr txBox="1"/>
            <p:nvPr/>
          </p:nvSpPr>
          <p:spPr>
            <a:xfrm>
              <a:off x="4800600" y="3779962"/>
              <a:ext cx="7620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75" name="Rectangle 30">
              <a:extLst>
                <a:ext uri="{FF2B5EF4-FFF2-40B4-BE49-F238E27FC236}">
                  <a16:creationId xmlns:a16="http://schemas.microsoft.com/office/drawing/2014/main" id="{B51A9FEF-F651-9A43-8AA2-B7F890F2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572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6" name="Rectangle 31">
              <a:extLst>
                <a:ext uri="{FF2B5EF4-FFF2-40B4-BE49-F238E27FC236}">
                  <a16:creationId xmlns:a16="http://schemas.microsoft.com/office/drawing/2014/main" id="{AE66B837-4CCE-B240-B637-234FB3BD5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724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7" name="Rectangle 32">
              <a:extLst>
                <a:ext uri="{FF2B5EF4-FFF2-40B4-BE49-F238E27FC236}">
                  <a16:creationId xmlns:a16="http://schemas.microsoft.com/office/drawing/2014/main" id="{7303296A-BD63-3041-87C8-DC09ED31E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876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78" name="Rectangle 33">
              <a:extLst>
                <a:ext uri="{FF2B5EF4-FFF2-40B4-BE49-F238E27FC236}">
                  <a16:creationId xmlns:a16="http://schemas.microsoft.com/office/drawing/2014/main" id="{E3F001C1-6C89-5341-BE1F-C5745AAEC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029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AB961F-ED81-3943-ABE4-A9FE610D3C98}"/>
                </a:ext>
              </a:extLst>
            </p:cNvPr>
            <p:cNvSpPr txBox="1"/>
            <p:nvPr/>
          </p:nvSpPr>
          <p:spPr>
            <a:xfrm>
              <a:off x="4800600" y="4400644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80" name="Rectangle 35">
              <a:extLst>
                <a:ext uri="{FF2B5EF4-FFF2-40B4-BE49-F238E27FC236}">
                  <a16:creationId xmlns:a16="http://schemas.microsoft.com/office/drawing/2014/main" id="{9389D7FF-4569-2F4F-87FF-2B3EA5BEA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181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1" name="Rectangle 36">
              <a:extLst>
                <a:ext uri="{FF2B5EF4-FFF2-40B4-BE49-F238E27FC236}">
                  <a16:creationId xmlns:a16="http://schemas.microsoft.com/office/drawing/2014/main" id="{64790385-81EA-A243-BA44-C9EA9BBEE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334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2" name="Rectangle 37">
              <a:extLst>
                <a:ext uri="{FF2B5EF4-FFF2-40B4-BE49-F238E27FC236}">
                  <a16:creationId xmlns:a16="http://schemas.microsoft.com/office/drawing/2014/main" id="{B932166D-C177-4D42-86E0-C0D8316B3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486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3" name="Rectangle 38">
              <a:extLst>
                <a:ext uri="{FF2B5EF4-FFF2-40B4-BE49-F238E27FC236}">
                  <a16:creationId xmlns:a16="http://schemas.microsoft.com/office/drawing/2014/main" id="{51E09AF9-A067-C342-A925-23D32020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638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95D3C3E-E02C-534F-A923-879C153EC3B6}"/>
                </a:ext>
              </a:extLst>
            </p:cNvPr>
            <p:cNvSpPr txBox="1"/>
            <p:nvPr/>
          </p:nvSpPr>
          <p:spPr>
            <a:xfrm>
              <a:off x="4800600" y="5029265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0x18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1685" name="Rectangle 40">
              <a:extLst>
                <a:ext uri="{FF2B5EF4-FFF2-40B4-BE49-F238E27FC236}">
                  <a16:creationId xmlns:a16="http://schemas.microsoft.com/office/drawing/2014/main" id="{7A9008AA-67B4-9949-AF6F-CA1164FBA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791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6" name="Rectangle 41">
              <a:extLst>
                <a:ext uri="{FF2B5EF4-FFF2-40B4-BE49-F238E27FC236}">
                  <a16:creationId xmlns:a16="http://schemas.microsoft.com/office/drawing/2014/main" id="{5B1FB2B8-9A5B-8041-B294-547E3B9D0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943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7" name="Rectangle 42">
              <a:extLst>
                <a:ext uri="{FF2B5EF4-FFF2-40B4-BE49-F238E27FC236}">
                  <a16:creationId xmlns:a16="http://schemas.microsoft.com/office/drawing/2014/main" id="{484E6867-EBD1-644C-94D2-CECFEBB96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6096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88" name="Rectangle 43">
              <a:extLst>
                <a:ext uri="{FF2B5EF4-FFF2-40B4-BE49-F238E27FC236}">
                  <a16:creationId xmlns:a16="http://schemas.microsoft.com/office/drawing/2014/main" id="{74EE96E4-6D9B-9C4A-92E0-1C45327EF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6248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9F414D-E324-6D49-9921-2BDBF7C33907}"/>
                </a:ext>
              </a:extLst>
            </p:cNvPr>
            <p:cNvSpPr txBox="1"/>
            <p:nvPr/>
          </p:nvSpPr>
          <p:spPr>
            <a:xfrm>
              <a:off x="4800600" y="5619787"/>
              <a:ext cx="762000" cy="369871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 dirty="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0x1C</a:t>
              </a:r>
              <a:endParaRPr lang="en-US" altLang="zh-CN" sz="24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5C54642-B58C-E14B-97BC-9BE81685E845}"/>
              </a:ext>
            </a:extLst>
          </p:cNvPr>
          <p:cNvSpPr txBox="1"/>
          <p:nvPr/>
        </p:nvSpPr>
        <p:spPr>
          <a:xfrm>
            <a:off x="5943600" y="1338263"/>
            <a:ext cx="1752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7030A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&amp;x[0].s</a:t>
            </a:r>
            <a:endParaRPr lang="en-US" altLang="zh-CN" sz="2400">
              <a:solidFill>
                <a:srgbClr val="7030A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E1C0D9-1270-124C-9B6F-A5D1982EC427}"/>
              </a:ext>
            </a:extLst>
          </p:cNvPr>
          <p:cNvSpPr txBox="1"/>
          <p:nvPr/>
        </p:nvSpPr>
        <p:spPr>
          <a:xfrm>
            <a:off x="5943600" y="1646238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&amp;x[0].c0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693FF-7EA9-6B47-BD9E-A32DAD4AA19B}"/>
              </a:ext>
            </a:extLst>
          </p:cNvPr>
          <p:cNvSpPr txBox="1"/>
          <p:nvPr/>
        </p:nvSpPr>
        <p:spPr>
          <a:xfrm>
            <a:off x="5943600" y="19478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B05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&amp;x[0].i</a:t>
            </a:r>
            <a:endParaRPr lang="en-US" altLang="zh-CN" sz="2400">
              <a:solidFill>
                <a:srgbClr val="00B05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132D1C-10CD-9E42-B502-EF4ACBBD2393}"/>
              </a:ext>
            </a:extLst>
          </p:cNvPr>
          <p:cNvSpPr txBox="1"/>
          <p:nvPr/>
        </p:nvSpPr>
        <p:spPr>
          <a:xfrm>
            <a:off x="5943600" y="2560638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9797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&amp;x[0].l</a:t>
            </a:r>
            <a:endParaRPr lang="en-US" altLang="zh-CN" sz="2400">
              <a:solidFill>
                <a:srgbClr val="FF9797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146B26-8A5D-D24C-8B4C-43CFABF0BE39}"/>
              </a:ext>
            </a:extLst>
          </p:cNvPr>
          <p:cNvSpPr txBox="1"/>
          <p:nvPr/>
        </p:nvSpPr>
        <p:spPr>
          <a:xfrm>
            <a:off x="5943600" y="315436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&amp;x[0].c1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F580EA-E68E-6847-8844-FF119F36DA2E}"/>
              </a:ext>
            </a:extLst>
          </p:cNvPr>
          <p:cNvSpPr txBox="1"/>
          <p:nvPr/>
        </p:nvSpPr>
        <p:spPr>
          <a:xfrm>
            <a:off x="5943600" y="3336925"/>
            <a:ext cx="16002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&amp;x[0].a[0]</a:t>
            </a:r>
            <a:endParaRPr lang="en-US" altLang="zh-CN" sz="240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322E26-B112-EF47-9E50-C73CEFA692DB}"/>
              </a:ext>
            </a:extLst>
          </p:cNvPr>
          <p:cNvSpPr txBox="1"/>
          <p:nvPr/>
        </p:nvSpPr>
        <p:spPr>
          <a:xfrm>
            <a:off x="5943600" y="3521075"/>
            <a:ext cx="18288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70C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&amp;x[0].a[1]</a:t>
            </a:r>
            <a:endParaRPr lang="en-US" altLang="zh-CN" sz="2400">
              <a:solidFill>
                <a:srgbClr val="0070C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08CD2D-29EE-3441-B249-17AE60062AE6}"/>
              </a:ext>
            </a:extLst>
          </p:cNvPr>
          <p:cNvSpPr txBox="1"/>
          <p:nvPr/>
        </p:nvSpPr>
        <p:spPr>
          <a:xfrm>
            <a:off x="5943600" y="37766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&amp;x[0].d</a:t>
            </a:r>
            <a:endParaRPr lang="en-US" altLang="zh-CN" sz="2400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CF7CF8-C838-9E4A-A442-4236F7CC465D}"/>
              </a:ext>
            </a:extLst>
          </p:cNvPr>
          <p:cNvSpPr txBox="1"/>
          <p:nvPr/>
        </p:nvSpPr>
        <p:spPr>
          <a:xfrm>
            <a:off x="5943600" y="5013325"/>
            <a:ext cx="13716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&amp;x[0].c2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9DC9E6-9264-A44F-9815-1DAC0C687207}"/>
              </a:ext>
            </a:extLst>
          </p:cNvPr>
          <p:cNvSpPr txBox="1"/>
          <p:nvPr/>
        </p:nvSpPr>
        <p:spPr>
          <a:xfrm>
            <a:off x="5919989" y="6276485"/>
            <a:ext cx="13716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 dirty="0">
                <a:solidFill>
                  <a:srgbClr val="7030A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&amp;x[1].s</a:t>
            </a:r>
            <a:endParaRPr lang="en-US" altLang="zh-CN" sz="2400" dirty="0">
              <a:solidFill>
                <a:srgbClr val="7030A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C5E0EE-C00A-9049-970E-790A1195D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828800"/>
            <a:ext cx="381000" cy="1524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59">
            <a:extLst>
              <a:ext uri="{FF2B5EF4-FFF2-40B4-BE49-F238E27FC236}">
                <a16:creationId xmlns:a16="http://schemas.microsoft.com/office/drawing/2014/main" id="{3A51D46F-8447-8442-A2C1-4E6CF2D0EB8A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524000"/>
            <a:ext cx="381000" cy="304800"/>
            <a:chOff x="5562600" y="1524000"/>
            <a:chExt cx="381000" cy="304800"/>
          </a:xfrm>
        </p:grpSpPr>
        <p:sp>
          <p:nvSpPr>
            <p:cNvPr id="111648" name="Rectangle 55">
              <a:extLst>
                <a:ext uri="{FF2B5EF4-FFF2-40B4-BE49-F238E27FC236}">
                  <a16:creationId xmlns:a16="http://schemas.microsoft.com/office/drawing/2014/main" id="{F484F509-384F-9645-B91F-92E3D9AE3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524000"/>
              <a:ext cx="381000" cy="152400"/>
            </a:xfrm>
            <a:prstGeom prst="rect">
              <a:avLst/>
            </a:prstGeom>
            <a:solidFill>
              <a:srgbClr val="9900CC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9" name="Rectangle 58">
              <a:extLst>
                <a:ext uri="{FF2B5EF4-FFF2-40B4-BE49-F238E27FC236}">
                  <a16:creationId xmlns:a16="http://schemas.microsoft.com/office/drawing/2014/main" id="{B710508B-7932-E643-8798-C78BD077E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676400"/>
              <a:ext cx="381000" cy="152400"/>
            </a:xfrm>
            <a:prstGeom prst="rect">
              <a:avLst/>
            </a:prstGeom>
            <a:solidFill>
              <a:srgbClr val="9900CC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64">
            <a:extLst>
              <a:ext uri="{FF2B5EF4-FFF2-40B4-BE49-F238E27FC236}">
                <a16:creationId xmlns:a16="http://schemas.microsoft.com/office/drawing/2014/main" id="{043545A9-46BA-BF4A-A7C2-9965A9B7874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133600"/>
            <a:ext cx="381000" cy="609600"/>
            <a:chOff x="5562600" y="2133600"/>
            <a:chExt cx="381000" cy="609600"/>
          </a:xfrm>
        </p:grpSpPr>
        <p:sp>
          <p:nvSpPr>
            <p:cNvPr id="111644" name="Rectangle 60">
              <a:extLst>
                <a:ext uri="{FF2B5EF4-FFF2-40B4-BE49-F238E27FC236}">
                  <a16:creationId xmlns:a16="http://schemas.microsoft.com/office/drawing/2014/main" id="{58C7FC21-8980-B544-A407-9088C0B74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5" name="Rectangle 61">
              <a:extLst>
                <a:ext uri="{FF2B5EF4-FFF2-40B4-BE49-F238E27FC236}">
                  <a16:creationId xmlns:a16="http://schemas.microsoft.com/office/drawing/2014/main" id="{EA81B2C1-E687-4E43-9DE6-8CF7386A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6" name="Rectangle 62">
              <a:extLst>
                <a:ext uri="{FF2B5EF4-FFF2-40B4-BE49-F238E27FC236}">
                  <a16:creationId xmlns:a16="http://schemas.microsoft.com/office/drawing/2014/main" id="{F4F8A6D4-B98D-EC40-9334-ABC25341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7" name="Rectangle 63">
              <a:extLst>
                <a:ext uri="{FF2B5EF4-FFF2-40B4-BE49-F238E27FC236}">
                  <a16:creationId xmlns:a16="http://schemas.microsoft.com/office/drawing/2014/main" id="{43F64B83-213D-674D-A8EB-36919DC37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65">
            <a:extLst>
              <a:ext uri="{FF2B5EF4-FFF2-40B4-BE49-F238E27FC236}">
                <a16:creationId xmlns:a16="http://schemas.microsoft.com/office/drawing/2014/main" id="{C2E30C61-039D-CD4D-91A4-02B048DCB42B}"/>
              </a:ext>
            </a:extLst>
          </p:cNvPr>
          <p:cNvGrpSpPr/>
          <p:nvPr/>
        </p:nvGrpSpPr>
        <p:grpSpPr>
          <a:xfrm>
            <a:off x="5562600" y="2743200"/>
            <a:ext cx="381000" cy="609600"/>
            <a:chOff x="5562600" y="2133600"/>
            <a:chExt cx="381000" cy="609600"/>
          </a:xfrm>
          <a:solidFill>
            <a:srgbClr val="FF9797"/>
          </a:solidFill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ABF6F7F-0C0A-F14E-A776-EEBB3FD7B8E4}"/>
                </a:ext>
              </a:extLst>
            </p:cNvPr>
            <p:cNvSpPr/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DB83FAE-2AA8-E042-AE08-5081B9BE9BA9}"/>
                </a:ext>
              </a:extLst>
            </p:cNvPr>
            <p:cNvSpPr/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EF1E5B7-AC69-D149-91C6-D42153D8C74B}"/>
                </a:ext>
              </a:extLst>
            </p:cNvPr>
            <p:cNvSpPr/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0EEE39E-F06F-2841-AA50-4039D1C5C91E}"/>
                </a:ext>
              </a:extLst>
            </p:cNvPr>
            <p:cNvSpPr/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B68D5E21-EB13-164A-8038-CE8D607F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352800"/>
            <a:ext cx="381000" cy="1524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BA142CC-4707-A54A-B4ED-BF2DEBF9E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05200"/>
            <a:ext cx="381000" cy="1524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A6BEEDB-046B-6745-9804-E343B7FA1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657600"/>
            <a:ext cx="381000" cy="152400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81">
            <a:extLst>
              <a:ext uri="{FF2B5EF4-FFF2-40B4-BE49-F238E27FC236}">
                <a16:creationId xmlns:a16="http://schemas.microsoft.com/office/drawing/2014/main" id="{E46E0F20-80BE-8C4C-AB3E-29F51BD98EAC}"/>
              </a:ext>
            </a:extLst>
          </p:cNvPr>
          <p:cNvGrpSpPr/>
          <p:nvPr/>
        </p:nvGrpSpPr>
        <p:grpSpPr>
          <a:xfrm>
            <a:off x="5562600" y="3962400"/>
            <a:ext cx="381000" cy="1219200"/>
            <a:chOff x="5562600" y="3962400"/>
            <a:chExt cx="381000" cy="1219200"/>
          </a:xfrm>
          <a:solidFill>
            <a:srgbClr val="FF0000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1CBD22-3451-DD4F-B4F4-7DD8200278CF}"/>
                </a:ext>
              </a:extLst>
            </p:cNvPr>
            <p:cNvSpPr/>
            <p:nvPr/>
          </p:nvSpPr>
          <p:spPr bwMode="auto">
            <a:xfrm>
              <a:off x="5562600" y="39624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D5C7EF5-3608-3244-8AF1-3A00954A92C2}"/>
                </a:ext>
              </a:extLst>
            </p:cNvPr>
            <p:cNvSpPr/>
            <p:nvPr/>
          </p:nvSpPr>
          <p:spPr bwMode="auto">
            <a:xfrm>
              <a:off x="5562600" y="41148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F1111A-A071-F148-B27B-CE866C041A7E}"/>
                </a:ext>
              </a:extLst>
            </p:cNvPr>
            <p:cNvSpPr/>
            <p:nvPr/>
          </p:nvSpPr>
          <p:spPr bwMode="auto">
            <a:xfrm>
              <a:off x="5562600" y="42672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09E3584-0F55-974E-9B40-6D70A21DEDB1}"/>
                </a:ext>
              </a:extLst>
            </p:cNvPr>
            <p:cNvSpPr/>
            <p:nvPr/>
          </p:nvSpPr>
          <p:spPr bwMode="auto">
            <a:xfrm>
              <a:off x="5562600" y="44196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B6447F3-D043-ED49-A152-D94B9BEFE6F0}"/>
                </a:ext>
              </a:extLst>
            </p:cNvPr>
            <p:cNvSpPr/>
            <p:nvPr/>
          </p:nvSpPr>
          <p:spPr bwMode="auto">
            <a:xfrm>
              <a:off x="5562600" y="45720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0E466E3-CED6-984A-995A-29C48AD2821B}"/>
                </a:ext>
              </a:extLst>
            </p:cNvPr>
            <p:cNvSpPr/>
            <p:nvPr/>
          </p:nvSpPr>
          <p:spPr bwMode="auto">
            <a:xfrm>
              <a:off x="5562600" y="47244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C8EB3EF-E786-6C4A-A100-77691EF23714}"/>
                </a:ext>
              </a:extLst>
            </p:cNvPr>
            <p:cNvSpPr/>
            <p:nvPr/>
          </p:nvSpPr>
          <p:spPr bwMode="auto">
            <a:xfrm>
              <a:off x="5562600" y="48768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7CBDF1A-DF7D-3841-9411-9D58F3B149E2}"/>
                </a:ext>
              </a:extLst>
            </p:cNvPr>
            <p:cNvSpPr/>
            <p:nvPr/>
          </p:nvSpPr>
          <p:spPr bwMode="auto">
            <a:xfrm>
              <a:off x="5562600" y="5029200"/>
              <a:ext cx="381000" cy="1524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lang="en-US">
                <a:ea typeface="宋体" panose="02010600030101010101" pitchFamily="2" charset="-122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76D3E593-EB8D-AE4D-9166-2B1ED8B2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81600"/>
            <a:ext cx="381000" cy="152400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" name="Group 83">
            <a:extLst>
              <a:ext uri="{FF2B5EF4-FFF2-40B4-BE49-F238E27FC236}">
                <a16:creationId xmlns:a16="http://schemas.microsoft.com/office/drawing/2014/main" id="{18E6EDE9-5D41-2149-88A7-DC4DAE6CACD7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6400800"/>
            <a:ext cx="381000" cy="304800"/>
            <a:chOff x="5562600" y="2133600"/>
            <a:chExt cx="381000" cy="304800"/>
          </a:xfrm>
        </p:grpSpPr>
        <p:sp>
          <p:nvSpPr>
            <p:cNvPr id="111642" name="Rectangle 84">
              <a:extLst>
                <a:ext uri="{FF2B5EF4-FFF2-40B4-BE49-F238E27FC236}">
                  <a16:creationId xmlns:a16="http://schemas.microsoft.com/office/drawing/2014/main" id="{66896C1A-A3A5-9B47-86F4-7F04588F4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solidFill>
              <a:srgbClr val="9900CC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3" name="Rectangle 85">
              <a:extLst>
                <a:ext uri="{FF2B5EF4-FFF2-40B4-BE49-F238E27FC236}">
                  <a16:creationId xmlns:a16="http://schemas.microsoft.com/office/drawing/2014/main" id="{4240B345-0FF3-C54A-AA18-79B3AE168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solidFill>
              <a:srgbClr val="9900CC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B65B1059-9D6A-C840-B616-F72122D9F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524000"/>
            <a:ext cx="533400" cy="48768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TextBox 44">
            <a:extLst>
              <a:ext uri="{FF2B5EF4-FFF2-40B4-BE49-F238E27FC236}">
                <a16:creationId xmlns:a16="http://schemas.microsoft.com/office/drawing/2014/main" id="{71013680-30DB-E84A-BC37-B71C806CD788}"/>
              </a:ext>
            </a:extLst>
          </p:cNvPr>
          <p:cNvSpPr txBox="1"/>
          <p:nvPr/>
        </p:nvSpPr>
        <p:spPr bwMode="auto">
          <a:xfrm>
            <a:off x="4800600" y="6259512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0x20</a:t>
            </a:r>
            <a:endParaRPr lang="en-US" altLang="zh-CN" sz="2400" dirty="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8" grpId="0" animBg="1"/>
      <p:bldP spid="71" grpId="0" animBg="1"/>
      <p:bldP spid="72" grpId="0" animBg="1"/>
      <p:bldP spid="73" grpId="0" animBg="1"/>
      <p:bldP spid="83" grpId="0" animBg="1"/>
      <p:bldP spid="8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>
            <a:extLst>
              <a:ext uri="{FF2B5EF4-FFF2-40B4-BE49-F238E27FC236}">
                <a16:creationId xmlns:a16="http://schemas.microsoft.com/office/drawing/2014/main" id="{393E9A97-D3B0-634A-BB12-2A5961DB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78DCF4-D324-534D-9F55-1291C8E881CB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055A7035-BCA3-EB49-B7D7-870CDED63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Array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9D5B23A-8AD7-CF46-9C6D-D047775AA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048000" cy="3886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ccc {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c1;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FFC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char a[3];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c2;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endParaRPr lang="en-US" altLang="zh-CN" sz="20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ccc c[2];</a:t>
            </a:r>
          </a:p>
        </p:txBody>
      </p:sp>
      <p:sp>
        <p:nvSpPr>
          <p:cNvPr id="113668" name="Rectangle 7">
            <a:extLst>
              <a:ext uri="{FF2B5EF4-FFF2-40B4-BE49-F238E27FC236}">
                <a16:creationId xmlns:a16="http://schemas.microsoft.com/office/drawing/2014/main" id="{0944722F-F6C4-F649-ADF4-8789BCCB1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752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9" name="Rectangle 8">
            <a:extLst>
              <a:ext uri="{FF2B5EF4-FFF2-40B4-BE49-F238E27FC236}">
                <a16:creationId xmlns:a16="http://schemas.microsoft.com/office/drawing/2014/main" id="{FFE9D448-3A28-244D-9485-DD176D842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905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0" name="Rectangle 9">
            <a:extLst>
              <a:ext uri="{FF2B5EF4-FFF2-40B4-BE49-F238E27FC236}">
                <a16:creationId xmlns:a16="http://schemas.microsoft.com/office/drawing/2014/main" id="{6D908CDA-2515-D94F-AADE-3C4FECCF8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057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1" name="Rectangle 10">
            <a:extLst>
              <a:ext uri="{FF2B5EF4-FFF2-40B4-BE49-F238E27FC236}">
                <a16:creationId xmlns:a16="http://schemas.microsoft.com/office/drawing/2014/main" id="{22A9624C-F1E0-504B-A168-0A1ECEC9C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209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2" name="Rectangle 11">
            <a:extLst>
              <a:ext uri="{FF2B5EF4-FFF2-40B4-BE49-F238E27FC236}">
                <a16:creationId xmlns:a16="http://schemas.microsoft.com/office/drawing/2014/main" id="{FCCC29BD-FA34-474D-8F96-A248A70E8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362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3E1BB-B419-F244-89BF-C68A81AB3BEE}"/>
              </a:ext>
            </a:extLst>
          </p:cNvPr>
          <p:cNvSpPr txBox="1"/>
          <p:nvPr/>
        </p:nvSpPr>
        <p:spPr bwMode="auto">
          <a:xfrm>
            <a:off x="4800600" y="15811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0x00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2C97D4-EBBE-C847-831C-D083931A81A0}"/>
              </a:ext>
            </a:extLst>
          </p:cNvPr>
          <p:cNvSpPr txBox="1"/>
          <p:nvPr/>
        </p:nvSpPr>
        <p:spPr bwMode="auto">
          <a:xfrm>
            <a:off x="4800600" y="21907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0x04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3675" name="Rectangle 17">
            <a:extLst>
              <a:ext uri="{FF2B5EF4-FFF2-40B4-BE49-F238E27FC236}">
                <a16:creationId xmlns:a16="http://schemas.microsoft.com/office/drawing/2014/main" id="{9E51F1AC-C132-3243-9782-F9F6B106B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514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6" name="Rectangle 18">
            <a:extLst>
              <a:ext uri="{FF2B5EF4-FFF2-40B4-BE49-F238E27FC236}">
                <a16:creationId xmlns:a16="http://schemas.microsoft.com/office/drawing/2014/main" id="{FF1AB7B7-7576-B043-BA03-F1CFE2BF5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67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7" name="Rectangle 19">
            <a:extLst>
              <a:ext uri="{FF2B5EF4-FFF2-40B4-BE49-F238E27FC236}">
                <a16:creationId xmlns:a16="http://schemas.microsoft.com/office/drawing/2014/main" id="{E52FAABC-7658-C240-8489-552E34CF0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819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8" name="Rectangle 20">
            <a:extLst>
              <a:ext uri="{FF2B5EF4-FFF2-40B4-BE49-F238E27FC236}">
                <a16:creationId xmlns:a16="http://schemas.microsoft.com/office/drawing/2014/main" id="{38AEE585-0440-AD47-9768-C5BE01B4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971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5C3CA-2BF0-6848-B1EC-87724106AD8C}"/>
              </a:ext>
            </a:extLst>
          </p:cNvPr>
          <p:cNvSpPr txBox="1"/>
          <p:nvPr/>
        </p:nvSpPr>
        <p:spPr bwMode="auto">
          <a:xfrm>
            <a:off x="4800600" y="28003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0x08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3680" name="Rectangle 22">
            <a:extLst>
              <a:ext uri="{FF2B5EF4-FFF2-40B4-BE49-F238E27FC236}">
                <a16:creationId xmlns:a16="http://schemas.microsoft.com/office/drawing/2014/main" id="{00376E52-7988-0B43-A199-E56C111A0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124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1" name="Rectangle 23">
            <a:extLst>
              <a:ext uri="{FF2B5EF4-FFF2-40B4-BE49-F238E27FC236}">
                <a16:creationId xmlns:a16="http://schemas.microsoft.com/office/drawing/2014/main" id="{ED0D38BD-F014-0243-9058-1E8905C9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76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2" name="Rectangle 24">
            <a:extLst>
              <a:ext uri="{FF2B5EF4-FFF2-40B4-BE49-F238E27FC236}">
                <a16:creationId xmlns:a16="http://schemas.microsoft.com/office/drawing/2014/main" id="{2F2FB594-6865-1845-9C2D-C22EB537A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429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3" name="Rectangle 25">
            <a:extLst>
              <a:ext uri="{FF2B5EF4-FFF2-40B4-BE49-F238E27FC236}">
                <a16:creationId xmlns:a16="http://schemas.microsoft.com/office/drawing/2014/main" id="{D57AB0B3-9C36-EF4A-AC24-CF612C22D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534C12-EB1A-B143-A8CD-CC9F60A6AE27}"/>
              </a:ext>
            </a:extLst>
          </p:cNvPr>
          <p:cNvSpPr txBox="1"/>
          <p:nvPr/>
        </p:nvSpPr>
        <p:spPr bwMode="auto">
          <a:xfrm>
            <a:off x="4800600" y="3398838"/>
            <a:ext cx="7620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0x0C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3685" name="Rectangle 27">
            <a:extLst>
              <a:ext uri="{FF2B5EF4-FFF2-40B4-BE49-F238E27FC236}">
                <a16:creationId xmlns:a16="http://schemas.microsoft.com/office/drawing/2014/main" id="{73B98970-6D46-1A45-A8A3-E1AE213EF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733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6" name="Rectangle 28">
            <a:extLst>
              <a:ext uri="{FF2B5EF4-FFF2-40B4-BE49-F238E27FC236}">
                <a16:creationId xmlns:a16="http://schemas.microsoft.com/office/drawing/2014/main" id="{702630C6-2B1E-5C44-A44F-B7B6CFB39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86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7" name="Rectangle 29">
            <a:extLst>
              <a:ext uri="{FF2B5EF4-FFF2-40B4-BE49-F238E27FC236}">
                <a16:creationId xmlns:a16="http://schemas.microsoft.com/office/drawing/2014/main" id="{38C1D061-9C1A-9F4D-85E7-059F6B356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038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88" name="Rectangle 30">
            <a:extLst>
              <a:ext uri="{FF2B5EF4-FFF2-40B4-BE49-F238E27FC236}">
                <a16:creationId xmlns:a16="http://schemas.microsoft.com/office/drawing/2014/main" id="{7C0951F1-5489-A24B-9696-D7D8B3C6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191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CD176-61CC-304B-986A-9096BB25E760}"/>
              </a:ext>
            </a:extLst>
          </p:cNvPr>
          <p:cNvSpPr txBox="1"/>
          <p:nvPr/>
        </p:nvSpPr>
        <p:spPr bwMode="auto">
          <a:xfrm>
            <a:off x="4800600" y="4008438"/>
            <a:ext cx="7620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0x10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3690" name="Rectangle 32">
            <a:extLst>
              <a:ext uri="{FF2B5EF4-FFF2-40B4-BE49-F238E27FC236}">
                <a16:creationId xmlns:a16="http://schemas.microsoft.com/office/drawing/2014/main" id="{93D894CC-9409-0046-A517-653F73786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343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91" name="Rectangle 33">
            <a:extLst>
              <a:ext uri="{FF2B5EF4-FFF2-40B4-BE49-F238E27FC236}">
                <a16:creationId xmlns:a16="http://schemas.microsoft.com/office/drawing/2014/main" id="{050789E2-AF8A-1542-ADB5-083B83369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495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92" name="Rectangle 34">
            <a:extLst>
              <a:ext uri="{FF2B5EF4-FFF2-40B4-BE49-F238E27FC236}">
                <a16:creationId xmlns:a16="http://schemas.microsoft.com/office/drawing/2014/main" id="{A6D2FF3E-FF5F-2A47-8293-AA6263AF4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648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93" name="Rectangle 35">
            <a:extLst>
              <a:ext uri="{FF2B5EF4-FFF2-40B4-BE49-F238E27FC236}">
                <a16:creationId xmlns:a16="http://schemas.microsoft.com/office/drawing/2014/main" id="{EBE4620A-2704-E640-8511-3E309BFF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B8CF25-C28D-E449-B6B0-90587BCF881D}"/>
              </a:ext>
            </a:extLst>
          </p:cNvPr>
          <p:cNvSpPr txBox="1"/>
          <p:nvPr/>
        </p:nvSpPr>
        <p:spPr bwMode="auto">
          <a:xfrm>
            <a:off x="4800600" y="46291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0x14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4F98BC-4524-8D46-B3EC-5E8F1C76F741}"/>
              </a:ext>
            </a:extLst>
          </p:cNvPr>
          <p:cNvSpPr txBox="1"/>
          <p:nvPr/>
        </p:nvSpPr>
        <p:spPr>
          <a:xfrm>
            <a:off x="5943600" y="155416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&amp;c[0].c1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348C70-5FFC-864F-8E67-CAD4FD89E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752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068D485E-DECF-FD43-B1C0-90E9301D047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905000"/>
            <a:ext cx="381000" cy="457200"/>
            <a:chOff x="5562600" y="1905000"/>
            <a:chExt cx="381000" cy="457200"/>
          </a:xfrm>
        </p:grpSpPr>
        <p:sp>
          <p:nvSpPr>
            <p:cNvPr id="113712" name="Rectangle 59">
              <a:extLst>
                <a:ext uri="{FF2B5EF4-FFF2-40B4-BE49-F238E27FC236}">
                  <a16:creationId xmlns:a16="http://schemas.microsoft.com/office/drawing/2014/main" id="{0591734A-4BA9-2747-BAA6-E6B247B9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9050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13" name="Rectangle 60">
              <a:extLst>
                <a:ext uri="{FF2B5EF4-FFF2-40B4-BE49-F238E27FC236}">
                  <a16:creationId xmlns:a16="http://schemas.microsoft.com/office/drawing/2014/main" id="{8A6A1B5C-CFB5-1A42-AB93-49EB256F9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0574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14" name="Rectangle 61">
              <a:extLst>
                <a:ext uri="{FF2B5EF4-FFF2-40B4-BE49-F238E27FC236}">
                  <a16:creationId xmlns:a16="http://schemas.microsoft.com/office/drawing/2014/main" id="{90F9D309-FAD6-544B-B2AD-C69CC1B16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098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8A37A91-6EA7-4647-9B3F-69C4235F7CB1}"/>
              </a:ext>
            </a:extLst>
          </p:cNvPr>
          <p:cNvSpPr txBox="1"/>
          <p:nvPr/>
        </p:nvSpPr>
        <p:spPr>
          <a:xfrm>
            <a:off x="5943600" y="1733550"/>
            <a:ext cx="19812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&amp;c[0].a[0]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918555-FACF-B74F-87D1-36E2F4526F5E}"/>
              </a:ext>
            </a:extLst>
          </p:cNvPr>
          <p:cNvSpPr txBox="1"/>
          <p:nvPr/>
        </p:nvSpPr>
        <p:spPr>
          <a:xfrm>
            <a:off x="5943600" y="2160588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&amp;c[0].c2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3DE94E5-F229-174D-B0D8-D6542DD14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3622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7B8798-2428-0A45-BAE6-2C5D3B976522}"/>
              </a:ext>
            </a:extLst>
          </p:cNvPr>
          <p:cNvSpPr txBox="1"/>
          <p:nvPr/>
        </p:nvSpPr>
        <p:spPr>
          <a:xfrm>
            <a:off x="5943600" y="2362200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&amp;c[1].c1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A85BBF4-A3B6-AD45-8CE2-9C858550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514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68">
            <a:extLst>
              <a:ext uri="{FF2B5EF4-FFF2-40B4-BE49-F238E27FC236}">
                <a16:creationId xmlns:a16="http://schemas.microsoft.com/office/drawing/2014/main" id="{B04DC6B4-5A9D-114C-8D0A-0C8D6224103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667000"/>
            <a:ext cx="381000" cy="457200"/>
            <a:chOff x="5562600" y="1905000"/>
            <a:chExt cx="381000" cy="457200"/>
          </a:xfrm>
        </p:grpSpPr>
        <p:sp>
          <p:nvSpPr>
            <p:cNvPr id="113709" name="Rectangle 69">
              <a:extLst>
                <a:ext uri="{FF2B5EF4-FFF2-40B4-BE49-F238E27FC236}">
                  <a16:creationId xmlns:a16="http://schemas.microsoft.com/office/drawing/2014/main" id="{AD9D4A58-5644-DC42-9DF3-C1FA4ABC3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9050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10" name="Rectangle 70">
              <a:extLst>
                <a:ext uri="{FF2B5EF4-FFF2-40B4-BE49-F238E27FC236}">
                  <a16:creationId xmlns:a16="http://schemas.microsoft.com/office/drawing/2014/main" id="{593EC6F3-6FDD-834D-A556-251A2F704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0574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11" name="Rectangle 71">
              <a:extLst>
                <a:ext uri="{FF2B5EF4-FFF2-40B4-BE49-F238E27FC236}">
                  <a16:creationId xmlns:a16="http://schemas.microsoft.com/office/drawing/2014/main" id="{64C44AE0-9033-2043-A792-27D08E49A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09800"/>
              <a:ext cx="381000" cy="1524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F7861D1-6717-6840-86E3-789010AE170F}"/>
              </a:ext>
            </a:extLst>
          </p:cNvPr>
          <p:cNvSpPr txBox="1"/>
          <p:nvPr/>
        </p:nvSpPr>
        <p:spPr>
          <a:xfrm>
            <a:off x="5943600" y="2541588"/>
            <a:ext cx="19812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FFC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&amp;c[1].a[0]</a:t>
            </a:r>
            <a:endParaRPr lang="en-US" altLang="zh-CN" sz="2400">
              <a:solidFill>
                <a:srgbClr val="FFC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EDF4BD-1083-0A42-B921-39A36A71BF78}"/>
              </a:ext>
            </a:extLst>
          </p:cNvPr>
          <p:cNvSpPr txBox="1"/>
          <p:nvPr/>
        </p:nvSpPr>
        <p:spPr>
          <a:xfrm>
            <a:off x="5943600" y="298291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&amp;c[1].c2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E881752-0B9E-4740-9B70-99A90ADC3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1242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8CEC24-6414-134A-977E-7C8A90F18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52600"/>
            <a:ext cx="533400" cy="762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6C42A22-AF98-2743-A2E1-8A3BA66C6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514600"/>
            <a:ext cx="533400" cy="762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64" grpId="0"/>
      <p:bldP spid="65" grpId="0"/>
      <p:bldP spid="66" grpId="0" animBg="1"/>
      <p:bldP spid="67" grpId="0"/>
      <p:bldP spid="68" grpId="0" animBg="1"/>
      <p:bldP spid="73" grpId="0"/>
      <p:bldP spid="74" grpId="0"/>
      <p:bldP spid="75" grpId="0" animBg="1"/>
      <p:bldP spid="77" grpId="0" animBg="1"/>
      <p:bldP spid="7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5">
            <a:extLst>
              <a:ext uri="{FF2B5EF4-FFF2-40B4-BE49-F238E27FC236}">
                <a16:creationId xmlns:a16="http://schemas.microsoft.com/office/drawing/2014/main" id="{5D1102A6-D217-CD4D-AA84-5BF28432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501D37-EF26-1647-93A4-A0043E0E2962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C46AE232-8824-474E-BDC3-C0C627790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Array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F791776-3E2E-D744-A80A-7D59E2724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048000" cy="3886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ccc {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c1;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9900CC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short a[3];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c2;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endParaRPr lang="en-US" altLang="zh-CN" sz="20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sss s[2];</a:t>
            </a:r>
          </a:p>
        </p:txBody>
      </p:sp>
      <p:sp>
        <p:nvSpPr>
          <p:cNvPr id="115716" name="Rectangle 7">
            <a:extLst>
              <a:ext uri="{FF2B5EF4-FFF2-40B4-BE49-F238E27FC236}">
                <a16:creationId xmlns:a16="http://schemas.microsoft.com/office/drawing/2014/main" id="{B570CCC5-770B-2C4F-B9CB-29A00BD05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752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7" name="Rectangle 8">
            <a:extLst>
              <a:ext uri="{FF2B5EF4-FFF2-40B4-BE49-F238E27FC236}">
                <a16:creationId xmlns:a16="http://schemas.microsoft.com/office/drawing/2014/main" id="{E9B48A36-1877-1D47-ACA6-46EF31A0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905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8" name="Rectangle 9">
            <a:extLst>
              <a:ext uri="{FF2B5EF4-FFF2-40B4-BE49-F238E27FC236}">
                <a16:creationId xmlns:a16="http://schemas.microsoft.com/office/drawing/2014/main" id="{8FE3EABE-E57C-C54A-B6CA-20BE843F2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057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9" name="Rectangle 10">
            <a:extLst>
              <a:ext uri="{FF2B5EF4-FFF2-40B4-BE49-F238E27FC236}">
                <a16:creationId xmlns:a16="http://schemas.microsoft.com/office/drawing/2014/main" id="{4F37F53A-B2FD-5D4A-BA07-88D52415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209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0" name="Rectangle 11">
            <a:extLst>
              <a:ext uri="{FF2B5EF4-FFF2-40B4-BE49-F238E27FC236}">
                <a16:creationId xmlns:a16="http://schemas.microsoft.com/office/drawing/2014/main" id="{B0E5B22F-A94C-5544-8195-8AB0B9C6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362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1" name="Rectangle 12">
            <a:extLst>
              <a:ext uri="{FF2B5EF4-FFF2-40B4-BE49-F238E27FC236}">
                <a16:creationId xmlns:a16="http://schemas.microsoft.com/office/drawing/2014/main" id="{27DBD14F-1937-5143-B550-C23BB76DB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514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2" name="Rectangle 13">
            <a:extLst>
              <a:ext uri="{FF2B5EF4-FFF2-40B4-BE49-F238E27FC236}">
                <a16:creationId xmlns:a16="http://schemas.microsoft.com/office/drawing/2014/main" id="{FD3B9AFF-9862-AE48-8BB9-92EAE52D9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667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3" name="Rectangle 14">
            <a:extLst>
              <a:ext uri="{FF2B5EF4-FFF2-40B4-BE49-F238E27FC236}">
                <a16:creationId xmlns:a16="http://schemas.microsoft.com/office/drawing/2014/main" id="{E629E32E-4D59-D748-8C4D-B0CDD6439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819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08323-B546-5641-9B41-DB03944365CF}"/>
              </a:ext>
            </a:extLst>
          </p:cNvPr>
          <p:cNvSpPr txBox="1"/>
          <p:nvPr/>
        </p:nvSpPr>
        <p:spPr bwMode="auto">
          <a:xfrm>
            <a:off x="4800600" y="15811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0x00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9AE4A-D4CD-C744-9AF9-8789BDD9E943}"/>
              </a:ext>
            </a:extLst>
          </p:cNvPr>
          <p:cNvSpPr txBox="1"/>
          <p:nvPr/>
        </p:nvSpPr>
        <p:spPr bwMode="auto">
          <a:xfrm>
            <a:off x="4800600" y="21907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0x04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5726" name="Rectangle 17">
            <a:extLst>
              <a:ext uri="{FF2B5EF4-FFF2-40B4-BE49-F238E27FC236}">
                <a16:creationId xmlns:a16="http://schemas.microsoft.com/office/drawing/2014/main" id="{D364779E-C470-354E-A1E8-E38A7871B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971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7" name="Rectangle 18">
            <a:extLst>
              <a:ext uri="{FF2B5EF4-FFF2-40B4-BE49-F238E27FC236}">
                <a16:creationId xmlns:a16="http://schemas.microsoft.com/office/drawing/2014/main" id="{6D792AA2-A261-9B46-91C7-A249EDBD4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124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CDA11-7E5F-C443-ACD8-5F6C3836123E}"/>
              </a:ext>
            </a:extLst>
          </p:cNvPr>
          <p:cNvSpPr txBox="1"/>
          <p:nvPr/>
        </p:nvSpPr>
        <p:spPr bwMode="auto">
          <a:xfrm>
            <a:off x="4800600" y="28003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0x08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5729" name="Rectangle 22">
            <a:extLst>
              <a:ext uri="{FF2B5EF4-FFF2-40B4-BE49-F238E27FC236}">
                <a16:creationId xmlns:a16="http://schemas.microsoft.com/office/drawing/2014/main" id="{115B0EDC-F813-B24D-A3F3-A29750E0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76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0" name="Rectangle 23">
            <a:extLst>
              <a:ext uri="{FF2B5EF4-FFF2-40B4-BE49-F238E27FC236}">
                <a16:creationId xmlns:a16="http://schemas.microsoft.com/office/drawing/2014/main" id="{46935D7C-BCFD-D541-BE08-83D72B8F8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429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1" name="Rectangle 24">
            <a:extLst>
              <a:ext uri="{FF2B5EF4-FFF2-40B4-BE49-F238E27FC236}">
                <a16:creationId xmlns:a16="http://schemas.microsoft.com/office/drawing/2014/main" id="{05CF1BB6-440C-F54C-B62C-D3C7D7654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2" name="Rectangle 25">
            <a:extLst>
              <a:ext uri="{FF2B5EF4-FFF2-40B4-BE49-F238E27FC236}">
                <a16:creationId xmlns:a16="http://schemas.microsoft.com/office/drawing/2014/main" id="{4A00EFB6-1F9D-1240-8C6F-0EA1C58C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733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3FFAC9-836B-484F-9CF5-C3AD9C6059F3}"/>
              </a:ext>
            </a:extLst>
          </p:cNvPr>
          <p:cNvSpPr txBox="1"/>
          <p:nvPr/>
        </p:nvSpPr>
        <p:spPr bwMode="auto">
          <a:xfrm>
            <a:off x="4800600" y="3398838"/>
            <a:ext cx="7620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0x0C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5734" name="Rectangle 27">
            <a:extLst>
              <a:ext uri="{FF2B5EF4-FFF2-40B4-BE49-F238E27FC236}">
                <a16:creationId xmlns:a16="http://schemas.microsoft.com/office/drawing/2014/main" id="{0E0309DB-8A84-DC4C-B9FC-6234BFA5B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86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5" name="Rectangle 28">
            <a:extLst>
              <a:ext uri="{FF2B5EF4-FFF2-40B4-BE49-F238E27FC236}">
                <a16:creationId xmlns:a16="http://schemas.microsoft.com/office/drawing/2014/main" id="{60B00CEE-C2D0-EF4B-88A8-C2F03340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038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6" name="Rectangle 29">
            <a:extLst>
              <a:ext uri="{FF2B5EF4-FFF2-40B4-BE49-F238E27FC236}">
                <a16:creationId xmlns:a16="http://schemas.microsoft.com/office/drawing/2014/main" id="{752CB250-909C-6D42-B3DA-9CF8BAA84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191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37" name="Rectangle 30">
            <a:extLst>
              <a:ext uri="{FF2B5EF4-FFF2-40B4-BE49-F238E27FC236}">
                <a16:creationId xmlns:a16="http://schemas.microsoft.com/office/drawing/2014/main" id="{89AD9FBF-0BE5-EB46-8112-99424699C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3434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751D23-CEB4-DE44-9AD0-75A45805B76C}"/>
              </a:ext>
            </a:extLst>
          </p:cNvPr>
          <p:cNvSpPr txBox="1"/>
          <p:nvPr/>
        </p:nvSpPr>
        <p:spPr bwMode="auto">
          <a:xfrm>
            <a:off x="4800600" y="4008438"/>
            <a:ext cx="7620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0x10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15739" name="Rectangle 32">
            <a:extLst>
              <a:ext uri="{FF2B5EF4-FFF2-40B4-BE49-F238E27FC236}">
                <a16:creationId xmlns:a16="http://schemas.microsoft.com/office/drawing/2014/main" id="{1649E845-20EF-714E-8936-B1AF688C9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4958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40" name="Rectangle 33">
            <a:extLst>
              <a:ext uri="{FF2B5EF4-FFF2-40B4-BE49-F238E27FC236}">
                <a16:creationId xmlns:a16="http://schemas.microsoft.com/office/drawing/2014/main" id="{A9FE87C0-EDB9-CB40-B2B7-BC8205347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6482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41" name="Rectangle 34">
            <a:extLst>
              <a:ext uri="{FF2B5EF4-FFF2-40B4-BE49-F238E27FC236}">
                <a16:creationId xmlns:a16="http://schemas.microsoft.com/office/drawing/2014/main" id="{8C0AFE6F-5CE4-E448-8B87-84A26895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42" name="Rectangle 35">
            <a:extLst>
              <a:ext uri="{FF2B5EF4-FFF2-40B4-BE49-F238E27FC236}">
                <a16:creationId xmlns:a16="http://schemas.microsoft.com/office/drawing/2014/main" id="{4F0B467A-7B5B-8B47-8787-B6DAD4845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953000"/>
            <a:ext cx="381000" cy="152400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599337-F2F3-9247-B4ED-E9AF4620DBC6}"/>
              </a:ext>
            </a:extLst>
          </p:cNvPr>
          <p:cNvSpPr txBox="1"/>
          <p:nvPr/>
        </p:nvSpPr>
        <p:spPr bwMode="auto">
          <a:xfrm>
            <a:off x="4800600" y="4629150"/>
            <a:ext cx="7620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r"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0x14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0632E-AB12-2A46-9905-527477E9AA5B}"/>
              </a:ext>
            </a:extLst>
          </p:cNvPr>
          <p:cNvSpPr txBox="1"/>
          <p:nvPr/>
        </p:nvSpPr>
        <p:spPr>
          <a:xfrm>
            <a:off x="5943600" y="155416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&amp;s[0].c1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9436891-3153-5246-8200-805C9ED52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752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B6C3A8-2AFE-7240-A789-24658A3EBD26}"/>
              </a:ext>
            </a:extLst>
          </p:cNvPr>
          <p:cNvSpPr txBox="1"/>
          <p:nvPr/>
        </p:nvSpPr>
        <p:spPr>
          <a:xfrm>
            <a:off x="5943600" y="2789238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&amp;s[0].c2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C8ECE9-8CB0-F24C-9A85-12C5179FB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9718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E2D8FB-A6F4-514A-A936-57B12EE96E84}"/>
              </a:ext>
            </a:extLst>
          </p:cNvPr>
          <p:cNvSpPr txBox="1"/>
          <p:nvPr/>
        </p:nvSpPr>
        <p:spPr>
          <a:xfrm>
            <a:off x="5943600" y="1858963"/>
            <a:ext cx="1752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7030A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&amp;s[0].a[0]</a:t>
            </a:r>
            <a:endParaRPr lang="en-US" altLang="zh-CN" sz="2400">
              <a:solidFill>
                <a:srgbClr val="7030A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grpSp>
        <p:nvGrpSpPr>
          <p:cNvPr id="2" name="Group 79">
            <a:extLst>
              <a:ext uri="{FF2B5EF4-FFF2-40B4-BE49-F238E27FC236}">
                <a16:creationId xmlns:a16="http://schemas.microsoft.com/office/drawing/2014/main" id="{1DB0E2F6-3FEF-474D-8989-D88C0E7569CA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057400"/>
            <a:ext cx="381000" cy="914400"/>
            <a:chOff x="5562600" y="1905000"/>
            <a:chExt cx="381000" cy="914400"/>
          </a:xfrm>
        </p:grpSpPr>
        <p:grpSp>
          <p:nvGrpSpPr>
            <p:cNvPr id="115767" name="Group 56">
              <a:extLst>
                <a:ext uri="{FF2B5EF4-FFF2-40B4-BE49-F238E27FC236}">
                  <a16:creationId xmlns:a16="http://schemas.microsoft.com/office/drawing/2014/main" id="{9D860686-AFF1-A046-A840-D2CB3EC1E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1905000"/>
              <a:ext cx="381000" cy="304800"/>
              <a:chOff x="5562600" y="1524000"/>
              <a:chExt cx="381000" cy="304800"/>
            </a:xfrm>
          </p:grpSpPr>
          <p:sp>
            <p:nvSpPr>
              <p:cNvPr id="115774" name="Rectangle 57">
                <a:extLst>
                  <a:ext uri="{FF2B5EF4-FFF2-40B4-BE49-F238E27FC236}">
                    <a16:creationId xmlns:a16="http://schemas.microsoft.com/office/drawing/2014/main" id="{1C3923D5-4481-F340-98D0-15BBBD94B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75" name="Rectangle 58">
                <a:extLst>
                  <a:ext uri="{FF2B5EF4-FFF2-40B4-BE49-F238E27FC236}">
                    <a16:creationId xmlns:a16="http://schemas.microsoft.com/office/drawing/2014/main" id="{8DC8E5BC-3D62-D24D-AE25-B10CE3E58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5768" name="Group 62">
              <a:extLst>
                <a:ext uri="{FF2B5EF4-FFF2-40B4-BE49-F238E27FC236}">
                  <a16:creationId xmlns:a16="http://schemas.microsoft.com/office/drawing/2014/main" id="{C689FDD4-AE7F-D34B-868A-831C32CF8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209800"/>
              <a:ext cx="381000" cy="304800"/>
              <a:chOff x="5562600" y="1524000"/>
              <a:chExt cx="381000" cy="304800"/>
            </a:xfrm>
          </p:grpSpPr>
          <p:sp>
            <p:nvSpPr>
              <p:cNvPr id="115772" name="Rectangle 68">
                <a:extLst>
                  <a:ext uri="{FF2B5EF4-FFF2-40B4-BE49-F238E27FC236}">
                    <a16:creationId xmlns:a16="http://schemas.microsoft.com/office/drawing/2014/main" id="{71A1F53D-52BA-F946-B1D8-E5481F963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73" name="Rectangle 75">
                <a:extLst>
                  <a:ext uri="{FF2B5EF4-FFF2-40B4-BE49-F238E27FC236}">
                    <a16:creationId xmlns:a16="http://schemas.microsoft.com/office/drawing/2014/main" id="{470C6431-DFC3-134F-BF02-B053AC75F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5769" name="Group 76">
              <a:extLst>
                <a:ext uri="{FF2B5EF4-FFF2-40B4-BE49-F238E27FC236}">
                  <a16:creationId xmlns:a16="http://schemas.microsoft.com/office/drawing/2014/main" id="{174CE49F-96C3-E341-95C9-7B146D3D3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514600"/>
              <a:ext cx="381000" cy="304800"/>
              <a:chOff x="5562600" y="1524000"/>
              <a:chExt cx="381000" cy="304800"/>
            </a:xfrm>
          </p:grpSpPr>
          <p:sp>
            <p:nvSpPr>
              <p:cNvPr id="115770" name="Rectangle 77">
                <a:extLst>
                  <a:ext uri="{FF2B5EF4-FFF2-40B4-BE49-F238E27FC236}">
                    <a16:creationId xmlns:a16="http://schemas.microsoft.com/office/drawing/2014/main" id="{DFA724E6-2326-E343-BBE5-DC9A1D88D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71" name="Rectangle 78">
                <a:extLst>
                  <a:ext uri="{FF2B5EF4-FFF2-40B4-BE49-F238E27FC236}">
                    <a16:creationId xmlns:a16="http://schemas.microsoft.com/office/drawing/2014/main" id="{E7C4EC55-43C7-994F-817D-7017FDD41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624EDEA-E1EA-8546-A68A-49F77D3014D1}"/>
              </a:ext>
            </a:extLst>
          </p:cNvPr>
          <p:cNvSpPr txBox="1"/>
          <p:nvPr/>
        </p:nvSpPr>
        <p:spPr>
          <a:xfrm>
            <a:off x="5943600" y="3074988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&amp;s[1].c1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9869A68-A5D7-234B-9A25-2E34F370F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76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9020D1F-6D79-7B48-9901-B8E059CB9407}"/>
              </a:ext>
            </a:extLst>
          </p:cNvPr>
          <p:cNvSpPr txBox="1"/>
          <p:nvPr/>
        </p:nvSpPr>
        <p:spPr>
          <a:xfrm>
            <a:off x="5943600" y="43100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&amp;s[1].c2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D8449F-A55E-984A-9686-D95926C9D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4958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659FE4-91F1-5945-A092-6F8C362691B1}"/>
              </a:ext>
            </a:extLst>
          </p:cNvPr>
          <p:cNvSpPr txBox="1"/>
          <p:nvPr/>
        </p:nvSpPr>
        <p:spPr>
          <a:xfrm>
            <a:off x="5943600" y="3379788"/>
            <a:ext cx="1752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7030A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&amp;s[1].a[0]</a:t>
            </a:r>
            <a:endParaRPr lang="en-US" altLang="zh-CN" sz="2400">
              <a:solidFill>
                <a:srgbClr val="7030A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grpSp>
        <p:nvGrpSpPr>
          <p:cNvPr id="6" name="Group 85">
            <a:extLst>
              <a:ext uri="{FF2B5EF4-FFF2-40B4-BE49-F238E27FC236}">
                <a16:creationId xmlns:a16="http://schemas.microsoft.com/office/drawing/2014/main" id="{0CEB5E02-1C02-3741-9274-7834FBB6604F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581400"/>
            <a:ext cx="381000" cy="914400"/>
            <a:chOff x="5562600" y="1905000"/>
            <a:chExt cx="381000" cy="914400"/>
          </a:xfrm>
        </p:grpSpPr>
        <p:grpSp>
          <p:nvGrpSpPr>
            <p:cNvPr id="115758" name="Group 56">
              <a:extLst>
                <a:ext uri="{FF2B5EF4-FFF2-40B4-BE49-F238E27FC236}">
                  <a16:creationId xmlns:a16="http://schemas.microsoft.com/office/drawing/2014/main" id="{3861B521-3025-5E4F-A58A-BECBD6206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1905000"/>
              <a:ext cx="381000" cy="304800"/>
              <a:chOff x="5562600" y="1524000"/>
              <a:chExt cx="381000" cy="304800"/>
            </a:xfrm>
          </p:grpSpPr>
          <p:sp>
            <p:nvSpPr>
              <p:cNvPr id="115765" name="Rectangle 93">
                <a:extLst>
                  <a:ext uri="{FF2B5EF4-FFF2-40B4-BE49-F238E27FC236}">
                    <a16:creationId xmlns:a16="http://schemas.microsoft.com/office/drawing/2014/main" id="{DE0B5252-CD12-244E-8EBB-C2A4C298F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66" name="Rectangle 94">
                <a:extLst>
                  <a:ext uri="{FF2B5EF4-FFF2-40B4-BE49-F238E27FC236}">
                    <a16:creationId xmlns:a16="http://schemas.microsoft.com/office/drawing/2014/main" id="{AA716DFC-57B5-454C-AD1E-0AF119868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5759" name="Group 62">
              <a:extLst>
                <a:ext uri="{FF2B5EF4-FFF2-40B4-BE49-F238E27FC236}">
                  <a16:creationId xmlns:a16="http://schemas.microsoft.com/office/drawing/2014/main" id="{5C3528D6-C8D0-4B4A-9FAB-A69E0A44F2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209800"/>
              <a:ext cx="381000" cy="304800"/>
              <a:chOff x="5562600" y="1524000"/>
              <a:chExt cx="381000" cy="304800"/>
            </a:xfrm>
          </p:grpSpPr>
          <p:sp>
            <p:nvSpPr>
              <p:cNvPr id="115763" name="Rectangle 91">
                <a:extLst>
                  <a:ext uri="{FF2B5EF4-FFF2-40B4-BE49-F238E27FC236}">
                    <a16:creationId xmlns:a16="http://schemas.microsoft.com/office/drawing/2014/main" id="{7FECEEA5-363F-A241-8D98-6AA6F15F1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64" name="Rectangle 92">
                <a:extLst>
                  <a:ext uri="{FF2B5EF4-FFF2-40B4-BE49-F238E27FC236}">
                    <a16:creationId xmlns:a16="http://schemas.microsoft.com/office/drawing/2014/main" id="{2CE8DE8F-2999-E940-A146-551B36F23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5760" name="Group 76">
              <a:extLst>
                <a:ext uri="{FF2B5EF4-FFF2-40B4-BE49-F238E27FC236}">
                  <a16:creationId xmlns:a16="http://schemas.microsoft.com/office/drawing/2014/main" id="{F1874799-2A3C-3D43-AB64-6CCF896ED1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514600"/>
              <a:ext cx="381000" cy="304800"/>
              <a:chOff x="5562600" y="1524000"/>
              <a:chExt cx="381000" cy="304800"/>
            </a:xfrm>
          </p:grpSpPr>
          <p:sp>
            <p:nvSpPr>
              <p:cNvPr id="115761" name="Rectangle 89">
                <a:extLst>
                  <a:ext uri="{FF2B5EF4-FFF2-40B4-BE49-F238E27FC236}">
                    <a16:creationId xmlns:a16="http://schemas.microsoft.com/office/drawing/2014/main" id="{16F15BF7-CA44-FA4E-B46F-697DE59C8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5240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762" name="Rectangle 90">
                <a:extLst>
                  <a:ext uri="{FF2B5EF4-FFF2-40B4-BE49-F238E27FC236}">
                    <a16:creationId xmlns:a16="http://schemas.microsoft.com/office/drawing/2014/main" id="{1CC5F19A-2725-E74D-9289-100A2E881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1676400"/>
                <a:ext cx="381000" cy="152400"/>
              </a:xfrm>
              <a:prstGeom prst="rect">
                <a:avLst/>
              </a:prstGeom>
              <a:solidFill>
                <a:srgbClr val="9900CC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F91D289A-E889-E04C-B899-41BDA00A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52600"/>
            <a:ext cx="533400" cy="1524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12F51BD-C816-2B47-B212-56A44A3EF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276600"/>
            <a:ext cx="533400" cy="1524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65" grpId="0"/>
      <p:bldP spid="66" grpId="0" animBg="1"/>
      <p:bldP spid="56" grpId="0"/>
      <p:bldP spid="81" grpId="0"/>
      <p:bldP spid="82" grpId="0" animBg="1"/>
      <p:bldP spid="83" grpId="0"/>
      <p:bldP spid="84" grpId="0" animBg="1"/>
      <p:bldP spid="85" grpId="0"/>
      <p:bldP spid="96" grpId="0" animBg="1"/>
      <p:bldP spid="9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5">
            <a:extLst>
              <a:ext uri="{FF2B5EF4-FFF2-40B4-BE49-F238E27FC236}">
                <a16:creationId xmlns:a16="http://schemas.microsoft.com/office/drawing/2014/main" id="{45BB3D06-8004-F14E-A053-EB8AF4BA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C8C1B0-6811-944F-946B-82C805124BF8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D25B1622-9D2E-DB4C-BE5F-5D9EDAD48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方正舒体" pitchFamily="2" charset="-122"/>
              </a:rPr>
              <a:t>Array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10E9E185-7C5F-3247-AD70-99CB04972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048000" cy="3886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iii {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c1;</a:t>
            </a:r>
          </a:p>
          <a:p>
            <a:pPr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   int a[3];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    char c2;</a:t>
            </a: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};</a:t>
            </a:r>
          </a:p>
          <a:p>
            <a:pPr>
              <a:buFontTx/>
              <a:buNone/>
            </a:pPr>
            <a:endParaRPr lang="en-US" altLang="zh-CN" sz="2000" b="1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struct iii i[2];</a:t>
            </a:r>
          </a:p>
        </p:txBody>
      </p:sp>
      <p:grpSp>
        <p:nvGrpSpPr>
          <p:cNvPr id="117764" name="Group 6">
            <a:extLst>
              <a:ext uri="{FF2B5EF4-FFF2-40B4-BE49-F238E27FC236}">
                <a16:creationId xmlns:a16="http://schemas.microsoft.com/office/drawing/2014/main" id="{90775B82-CC0E-824E-B930-0DAB7C0978E0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581150"/>
            <a:ext cx="1143000" cy="3829050"/>
            <a:chOff x="4800600" y="1352788"/>
            <a:chExt cx="1143000" cy="3828812"/>
          </a:xfrm>
        </p:grpSpPr>
        <p:sp>
          <p:nvSpPr>
            <p:cNvPr id="117789" name="Rectangle 7">
              <a:extLst>
                <a:ext uri="{FF2B5EF4-FFF2-40B4-BE49-F238E27FC236}">
                  <a16:creationId xmlns:a16="http://schemas.microsoft.com/office/drawing/2014/main" id="{E62F5300-4CFA-D040-8847-75DCA0A4B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524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0" name="Rectangle 8">
              <a:extLst>
                <a:ext uri="{FF2B5EF4-FFF2-40B4-BE49-F238E27FC236}">
                  <a16:creationId xmlns:a16="http://schemas.microsoft.com/office/drawing/2014/main" id="{A319B5A7-A32A-8744-A057-9674B47A7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676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1" name="Rectangle 9">
              <a:extLst>
                <a:ext uri="{FF2B5EF4-FFF2-40B4-BE49-F238E27FC236}">
                  <a16:creationId xmlns:a16="http://schemas.microsoft.com/office/drawing/2014/main" id="{B17963D3-6480-C445-9905-F3809E85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828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2" name="Rectangle 10">
              <a:extLst>
                <a:ext uri="{FF2B5EF4-FFF2-40B4-BE49-F238E27FC236}">
                  <a16:creationId xmlns:a16="http://schemas.microsoft.com/office/drawing/2014/main" id="{30A430EB-78F8-6344-836D-BB69E8617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981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3" name="Rectangle 11">
              <a:extLst>
                <a:ext uri="{FF2B5EF4-FFF2-40B4-BE49-F238E27FC236}">
                  <a16:creationId xmlns:a16="http://schemas.microsoft.com/office/drawing/2014/main" id="{31D2AAA2-6782-A543-BF69-976C3B065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133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4" name="Rectangle 12">
              <a:extLst>
                <a:ext uri="{FF2B5EF4-FFF2-40B4-BE49-F238E27FC236}">
                  <a16:creationId xmlns:a16="http://schemas.microsoft.com/office/drawing/2014/main" id="{50A8856C-DE15-574A-8EFF-0F9F7A08F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5" name="Rectangle 13">
              <a:extLst>
                <a:ext uri="{FF2B5EF4-FFF2-40B4-BE49-F238E27FC236}">
                  <a16:creationId xmlns:a16="http://schemas.microsoft.com/office/drawing/2014/main" id="{00CBE207-F0E6-894D-9E3C-7A550F18E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438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796" name="Rectangle 14">
              <a:extLst>
                <a:ext uri="{FF2B5EF4-FFF2-40B4-BE49-F238E27FC236}">
                  <a16:creationId xmlns:a16="http://schemas.microsoft.com/office/drawing/2014/main" id="{77D5955D-F796-FF48-95F3-D52FEA8FC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590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2F3496-9675-324F-81B7-1A06E88FE570}"/>
                </a:ext>
              </a:extLst>
            </p:cNvPr>
            <p:cNvSpPr txBox="1"/>
            <p:nvPr/>
          </p:nvSpPr>
          <p:spPr>
            <a:xfrm>
              <a:off x="4800600" y="1352788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34229C-807D-004C-8848-0B5ED649B039}"/>
                </a:ext>
              </a:extLst>
            </p:cNvPr>
            <p:cNvSpPr txBox="1"/>
            <p:nvPr/>
          </p:nvSpPr>
          <p:spPr>
            <a:xfrm>
              <a:off x="4800600" y="1962350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7799" name="Rectangle 17">
              <a:extLst>
                <a:ext uri="{FF2B5EF4-FFF2-40B4-BE49-F238E27FC236}">
                  <a16:creationId xmlns:a16="http://schemas.microsoft.com/office/drawing/2014/main" id="{0042154C-A373-2A46-9B40-963A3A39A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743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0" name="Rectangle 18">
              <a:extLst>
                <a:ext uri="{FF2B5EF4-FFF2-40B4-BE49-F238E27FC236}">
                  <a16:creationId xmlns:a16="http://schemas.microsoft.com/office/drawing/2014/main" id="{A3A043E5-4A7B-6140-8ECF-579501062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1" name="Rectangle 19">
              <a:extLst>
                <a:ext uri="{FF2B5EF4-FFF2-40B4-BE49-F238E27FC236}">
                  <a16:creationId xmlns:a16="http://schemas.microsoft.com/office/drawing/2014/main" id="{A19A99B3-9B6F-EB47-AA94-FD6CEA21F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048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2" name="Rectangle 20">
              <a:extLst>
                <a:ext uri="{FF2B5EF4-FFF2-40B4-BE49-F238E27FC236}">
                  <a16:creationId xmlns:a16="http://schemas.microsoft.com/office/drawing/2014/main" id="{8AF4A03C-67E8-AA4A-80CD-88616369B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200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C161D0-628F-DF44-BAA6-6574660F2787}"/>
                </a:ext>
              </a:extLst>
            </p:cNvPr>
            <p:cNvSpPr txBox="1"/>
            <p:nvPr/>
          </p:nvSpPr>
          <p:spPr>
            <a:xfrm>
              <a:off x="4800600" y="2571912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0x08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7804" name="Rectangle 22">
              <a:extLst>
                <a:ext uri="{FF2B5EF4-FFF2-40B4-BE49-F238E27FC236}">
                  <a16:creationId xmlns:a16="http://schemas.microsoft.com/office/drawing/2014/main" id="{E1A235C9-C0C4-3A41-8B74-E18D35729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352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5" name="Rectangle 23">
              <a:extLst>
                <a:ext uri="{FF2B5EF4-FFF2-40B4-BE49-F238E27FC236}">
                  <a16:creationId xmlns:a16="http://schemas.microsoft.com/office/drawing/2014/main" id="{300E79D5-1003-094A-82CB-ED27CC5F0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505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6" name="Rectangle 24">
              <a:extLst>
                <a:ext uri="{FF2B5EF4-FFF2-40B4-BE49-F238E27FC236}">
                  <a16:creationId xmlns:a16="http://schemas.microsoft.com/office/drawing/2014/main" id="{6AA15BBE-6F06-6645-AD09-6D56C812D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57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07" name="Rectangle 25">
              <a:extLst>
                <a:ext uri="{FF2B5EF4-FFF2-40B4-BE49-F238E27FC236}">
                  <a16:creationId xmlns:a16="http://schemas.microsoft.com/office/drawing/2014/main" id="{9A8EA023-B9C8-E944-A685-198D44B6F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810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D33A2B9-42FC-F245-B478-58990C95EA1E}"/>
                </a:ext>
              </a:extLst>
            </p:cNvPr>
            <p:cNvSpPr txBox="1"/>
            <p:nvPr/>
          </p:nvSpPr>
          <p:spPr>
            <a:xfrm>
              <a:off x="4800600" y="3170363"/>
              <a:ext cx="762000" cy="3682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0x0C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7809" name="Rectangle 27">
              <a:extLst>
                <a:ext uri="{FF2B5EF4-FFF2-40B4-BE49-F238E27FC236}">
                  <a16:creationId xmlns:a16="http://schemas.microsoft.com/office/drawing/2014/main" id="{5E4D1F5A-9C8D-4349-B670-86553A94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962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0" name="Rectangle 28">
              <a:extLst>
                <a:ext uri="{FF2B5EF4-FFF2-40B4-BE49-F238E27FC236}">
                  <a16:creationId xmlns:a16="http://schemas.microsoft.com/office/drawing/2014/main" id="{81606C46-421E-C943-9396-C9ACECD24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114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1" name="Rectangle 29">
              <a:extLst>
                <a:ext uri="{FF2B5EF4-FFF2-40B4-BE49-F238E27FC236}">
                  <a16:creationId xmlns:a16="http://schemas.microsoft.com/office/drawing/2014/main" id="{05A218A2-5DB1-C249-B9A5-B8B2631B5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267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2" name="Rectangle 30">
              <a:extLst>
                <a:ext uri="{FF2B5EF4-FFF2-40B4-BE49-F238E27FC236}">
                  <a16:creationId xmlns:a16="http://schemas.microsoft.com/office/drawing/2014/main" id="{F9925299-8B14-5544-AA17-9434831CA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4196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293E9D-57D3-F048-A961-1DC49A1EEC95}"/>
                </a:ext>
              </a:extLst>
            </p:cNvPr>
            <p:cNvSpPr txBox="1"/>
            <p:nvPr/>
          </p:nvSpPr>
          <p:spPr>
            <a:xfrm>
              <a:off x="4800600" y="3779925"/>
              <a:ext cx="762000" cy="3682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0x10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  <p:sp>
          <p:nvSpPr>
            <p:cNvPr id="117814" name="Rectangle 32">
              <a:extLst>
                <a:ext uri="{FF2B5EF4-FFF2-40B4-BE49-F238E27FC236}">
                  <a16:creationId xmlns:a16="http://schemas.microsoft.com/office/drawing/2014/main" id="{883E5014-0D26-3742-8E69-52B68351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5720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5" name="Rectangle 33">
              <a:extLst>
                <a:ext uri="{FF2B5EF4-FFF2-40B4-BE49-F238E27FC236}">
                  <a16:creationId xmlns:a16="http://schemas.microsoft.com/office/drawing/2014/main" id="{6FC34EA5-9798-A24B-B406-D488CEB4D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7244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6" name="Rectangle 34">
              <a:extLst>
                <a:ext uri="{FF2B5EF4-FFF2-40B4-BE49-F238E27FC236}">
                  <a16:creationId xmlns:a16="http://schemas.microsoft.com/office/drawing/2014/main" id="{12A9222C-3F42-0F41-8176-6FB394EBE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8768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817" name="Rectangle 35">
              <a:extLst>
                <a:ext uri="{FF2B5EF4-FFF2-40B4-BE49-F238E27FC236}">
                  <a16:creationId xmlns:a16="http://schemas.microsoft.com/office/drawing/2014/main" id="{3D6686F2-0370-0042-A9C9-C4DC195B7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029200"/>
              <a:ext cx="381000" cy="152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buFontTx/>
                <a:buNone/>
              </a:pP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BD9EE1-3387-A947-A4CC-B2CCD14A7F1B}"/>
                </a:ext>
              </a:extLst>
            </p:cNvPr>
            <p:cNvSpPr txBox="1"/>
            <p:nvPr/>
          </p:nvSpPr>
          <p:spPr>
            <a:xfrm>
              <a:off x="4800600" y="4400599"/>
              <a:ext cx="762000" cy="36986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5pPr>
              <a:lvl6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6pPr>
              <a:lvl7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7pPr>
              <a:lvl8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8pPr>
              <a:lvl9pPr>
                <a:defRPr sz="2000">
                  <a:solidFill>
                    <a:schemeClr val="tx1"/>
                  </a:solidFill>
                  <a:latin typeface="Comic Sans MS" charset="0"/>
                  <a:ea typeface="宋体" charset="0"/>
                </a:defRPr>
              </a:lvl9pPr>
            </a:lstStyle>
            <a:p>
              <a:pPr algn="r">
                <a:spcBef>
                  <a:spcPct val="20000"/>
                </a:spcBef>
                <a:defRPr/>
              </a:pPr>
              <a:r>
                <a:rPr lang="en-US" altLang="zh-CN" sz="1800"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cs typeface="Courier New" charset="0"/>
                </a:rPr>
                <a:t>0x14</a:t>
              </a:r>
              <a:endParaRPr lang="en-US" altLang="zh-CN" sz="24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33E4A6A-6D09-164A-9833-A48FC2F01388}"/>
              </a:ext>
            </a:extLst>
          </p:cNvPr>
          <p:cNvSpPr txBox="1"/>
          <p:nvPr/>
        </p:nvSpPr>
        <p:spPr>
          <a:xfrm>
            <a:off x="5943600" y="155416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&amp;s[0].c1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C964B8-14C2-1942-85B6-1EFA4DC8F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752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A406C3-E8FE-A74C-AF6C-5B4956757025}"/>
              </a:ext>
            </a:extLst>
          </p:cNvPr>
          <p:cNvSpPr txBox="1"/>
          <p:nvPr/>
        </p:nvSpPr>
        <p:spPr>
          <a:xfrm>
            <a:off x="5943600" y="4022725"/>
            <a:ext cx="1371600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&amp;s[0].c2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931801-48D0-C441-9EBB-1450A785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1910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01722-577A-5B46-B33C-8658DFDF45CF}"/>
              </a:ext>
            </a:extLst>
          </p:cNvPr>
          <p:cNvSpPr txBox="1"/>
          <p:nvPr/>
        </p:nvSpPr>
        <p:spPr>
          <a:xfrm>
            <a:off x="5943600" y="2176463"/>
            <a:ext cx="1371600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solidFill>
                  <a:srgbClr val="00B05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&amp;x[0].i</a:t>
            </a:r>
            <a:endParaRPr lang="en-US" altLang="zh-CN" sz="2400">
              <a:solidFill>
                <a:srgbClr val="00B05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grpSp>
        <p:nvGrpSpPr>
          <p:cNvPr id="3" name="Group 97">
            <a:extLst>
              <a:ext uri="{FF2B5EF4-FFF2-40B4-BE49-F238E27FC236}">
                <a16:creationId xmlns:a16="http://schemas.microsoft.com/office/drawing/2014/main" id="{31DEF8AB-F320-BB42-9793-2E79E864BD60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362200"/>
            <a:ext cx="381000" cy="1828800"/>
            <a:chOff x="5562600" y="2362200"/>
            <a:chExt cx="381000" cy="1828800"/>
          </a:xfrm>
        </p:grpSpPr>
        <p:grpSp>
          <p:nvGrpSpPr>
            <p:cNvPr id="117774" name="Group 67">
              <a:extLst>
                <a:ext uri="{FF2B5EF4-FFF2-40B4-BE49-F238E27FC236}">
                  <a16:creationId xmlns:a16="http://schemas.microsoft.com/office/drawing/2014/main" id="{FDE0109B-AC67-6C45-BBFA-5EAA034CC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362200"/>
              <a:ext cx="381000" cy="609600"/>
              <a:chOff x="5562600" y="2133600"/>
              <a:chExt cx="381000" cy="609600"/>
            </a:xfrm>
          </p:grpSpPr>
          <p:sp>
            <p:nvSpPr>
              <p:cNvPr id="117785" name="Rectangle 69">
                <a:extLst>
                  <a:ext uri="{FF2B5EF4-FFF2-40B4-BE49-F238E27FC236}">
                    <a16:creationId xmlns:a16="http://schemas.microsoft.com/office/drawing/2014/main" id="{DF32D3D6-C879-BE4B-8933-29FC51B51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1336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6" name="Rectangle 70">
                <a:extLst>
                  <a:ext uri="{FF2B5EF4-FFF2-40B4-BE49-F238E27FC236}">
                    <a16:creationId xmlns:a16="http://schemas.microsoft.com/office/drawing/2014/main" id="{1D193C9D-70B5-1F43-BF02-19599F695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2860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7" name="Rectangle 71">
                <a:extLst>
                  <a:ext uri="{FF2B5EF4-FFF2-40B4-BE49-F238E27FC236}">
                    <a16:creationId xmlns:a16="http://schemas.microsoft.com/office/drawing/2014/main" id="{671F0C9C-F8F8-884B-8A67-A13F81BBA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4384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8" name="Rectangle 72">
                <a:extLst>
                  <a:ext uri="{FF2B5EF4-FFF2-40B4-BE49-F238E27FC236}">
                    <a16:creationId xmlns:a16="http://schemas.microsoft.com/office/drawing/2014/main" id="{F9A40429-0060-384F-A94A-1518078DE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5908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75" name="Group 73">
              <a:extLst>
                <a:ext uri="{FF2B5EF4-FFF2-40B4-BE49-F238E27FC236}">
                  <a16:creationId xmlns:a16="http://schemas.microsoft.com/office/drawing/2014/main" id="{58A1C639-FA31-E745-894B-65E41ADAD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971800"/>
              <a:ext cx="381000" cy="609600"/>
              <a:chOff x="5562600" y="2133600"/>
              <a:chExt cx="381000" cy="609600"/>
            </a:xfrm>
          </p:grpSpPr>
          <p:sp>
            <p:nvSpPr>
              <p:cNvPr id="117781" name="Rectangle 74">
                <a:extLst>
                  <a:ext uri="{FF2B5EF4-FFF2-40B4-BE49-F238E27FC236}">
                    <a16:creationId xmlns:a16="http://schemas.microsoft.com/office/drawing/2014/main" id="{C7257A6D-5855-B249-B695-41AD9D3B6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1336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2" name="Rectangle 76">
                <a:extLst>
                  <a:ext uri="{FF2B5EF4-FFF2-40B4-BE49-F238E27FC236}">
                    <a16:creationId xmlns:a16="http://schemas.microsoft.com/office/drawing/2014/main" id="{7D7BE8C7-1FD7-EF43-8924-A7079DB94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2860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3" name="Rectangle 79">
                <a:extLst>
                  <a:ext uri="{FF2B5EF4-FFF2-40B4-BE49-F238E27FC236}">
                    <a16:creationId xmlns:a16="http://schemas.microsoft.com/office/drawing/2014/main" id="{DCD0ED5E-9584-9241-A1CF-405519A83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4384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4" name="Rectangle 85">
                <a:extLst>
                  <a:ext uri="{FF2B5EF4-FFF2-40B4-BE49-F238E27FC236}">
                    <a16:creationId xmlns:a16="http://schemas.microsoft.com/office/drawing/2014/main" id="{F29850F9-495C-9142-86C0-3A73A52A2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5908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76" name="Group 86">
              <a:extLst>
                <a:ext uri="{FF2B5EF4-FFF2-40B4-BE49-F238E27FC236}">
                  <a16:creationId xmlns:a16="http://schemas.microsoft.com/office/drawing/2014/main" id="{E3492777-F1D5-004B-AAD7-127CA0288E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3581400"/>
              <a:ext cx="381000" cy="609600"/>
              <a:chOff x="5562600" y="2133600"/>
              <a:chExt cx="381000" cy="609600"/>
            </a:xfrm>
          </p:grpSpPr>
          <p:sp>
            <p:nvSpPr>
              <p:cNvPr id="117777" name="Rectangle 87">
                <a:extLst>
                  <a:ext uri="{FF2B5EF4-FFF2-40B4-BE49-F238E27FC236}">
                    <a16:creationId xmlns:a16="http://schemas.microsoft.com/office/drawing/2014/main" id="{CA0AAE3F-AEE2-7F47-91DA-F825B851C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1336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78" name="Rectangle 88">
                <a:extLst>
                  <a:ext uri="{FF2B5EF4-FFF2-40B4-BE49-F238E27FC236}">
                    <a16:creationId xmlns:a16="http://schemas.microsoft.com/office/drawing/2014/main" id="{41D8CC22-5C8D-9D42-8FAF-80E4AB3D6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2860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79" name="Rectangle 95">
                <a:extLst>
                  <a:ext uri="{FF2B5EF4-FFF2-40B4-BE49-F238E27FC236}">
                    <a16:creationId xmlns:a16="http://schemas.microsoft.com/office/drawing/2014/main" id="{DE0A4B0F-1646-DF42-84B3-A38395E57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4384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80" name="Rectangle 96">
                <a:extLst>
                  <a:ext uri="{FF2B5EF4-FFF2-40B4-BE49-F238E27FC236}">
                    <a16:creationId xmlns:a16="http://schemas.microsoft.com/office/drawing/2014/main" id="{458D7D93-54B0-6447-9196-9953FB936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2600" y="2590800"/>
                <a:ext cx="381000" cy="152400"/>
              </a:xfrm>
              <a:prstGeom prst="rect">
                <a:avLst/>
              </a:prstGeom>
              <a:solidFill>
                <a:srgbClr val="00B050"/>
              </a:solidFill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281A430-26DC-0C43-AC6B-BB78D6F83292}"/>
              </a:ext>
            </a:extLst>
          </p:cNvPr>
          <p:cNvSpPr txBox="1"/>
          <p:nvPr/>
        </p:nvSpPr>
        <p:spPr>
          <a:xfrm>
            <a:off x="5943600" y="4659313"/>
            <a:ext cx="1371600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>
              <a:defRPr sz="2000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180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&amp;s[1].c1</a:t>
            </a:r>
            <a:endParaRPr lang="en-US" altLang="zh-CN" sz="2400">
              <a:effectLst>
                <a:outerShdw blurRad="38100" dist="38100" dir="2700000" algn="tl">
                  <a:srgbClr val="DDDDDD"/>
                </a:outerShdw>
              </a:effectLst>
              <a:latin typeface="Courier New" charset="0"/>
              <a:cs typeface="Courier New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2E9AD8E-6D6B-7145-A4A4-477155574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381000" cy="152400"/>
          </a:xfrm>
          <a:prstGeom prst="rect">
            <a:avLst/>
          </a:prstGeom>
          <a:solidFill>
            <a:srgbClr val="FF9797"/>
          </a:solidFill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78B148E-F2CE-EF4C-99DD-686500978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752600"/>
            <a:ext cx="533400" cy="3048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65" grpId="0"/>
      <p:bldP spid="66" grpId="0" animBg="1"/>
      <p:bldP spid="67" grpId="0"/>
      <p:bldP spid="99" grpId="0"/>
      <p:bldP spid="100" grpId="0" animBg="1"/>
      <p:bldP spid="10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标题 1">
            <a:extLst>
              <a:ext uri="{FF2B5EF4-FFF2-40B4-BE49-F238E27FC236}">
                <a16:creationId xmlns:a16="http://schemas.microsoft.com/office/drawing/2014/main" id="{8061E27D-155B-1A4D-8739-1AD647040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Homework8</a:t>
            </a:r>
            <a:endParaRPr kumimoji="1" lang="zh-CN" altLang="en-US" dirty="0">
              <a:ea typeface="宋体" panose="02010600030101010101" pitchFamily="2" charset="-122"/>
            </a:endParaRPr>
          </a:p>
        </p:txBody>
      </p:sp>
      <p:sp>
        <p:nvSpPr>
          <p:cNvPr id="123906" name="内容占位符 2">
            <a:extLst>
              <a:ext uri="{FF2B5EF4-FFF2-40B4-BE49-F238E27FC236}">
                <a16:creationId xmlns:a16="http://schemas.microsoft.com/office/drawing/2014/main" id="{421CA0B6-2460-E24B-8316-B30FAE052D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一周时间</a:t>
            </a:r>
          </a:p>
        </p:txBody>
      </p:sp>
      <p:sp>
        <p:nvSpPr>
          <p:cNvPr id="123907" name="幻灯片编号占位符 3">
            <a:extLst>
              <a:ext uri="{FF2B5EF4-FFF2-40B4-BE49-F238E27FC236}">
                <a16:creationId xmlns:a16="http://schemas.microsoft.com/office/drawing/2014/main" id="{1A1B09AB-C382-9A45-BA39-A9FE2B81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FBF6CF-DFFE-F14D-82B3-C0F8A66F8319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标题 1">
            <a:extLst>
              <a:ext uri="{FF2B5EF4-FFF2-40B4-BE49-F238E27FC236}">
                <a16:creationId xmlns:a16="http://schemas.microsoft.com/office/drawing/2014/main" id="{04063682-80F2-1A4A-9D28-60225CAC2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Summary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24930" name="内容占位符 2">
            <a:extLst>
              <a:ext uri="{FF2B5EF4-FFF2-40B4-BE49-F238E27FC236}">
                <a16:creationId xmlns:a16="http://schemas.microsoft.com/office/drawing/2014/main" id="{BE2BE1F6-7BD0-5348-88F7-49F801B43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期中之后的主要内容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zh-CN" altLang="en-US">
                <a:ea typeface="宋体" panose="02010600030101010101" pitchFamily="2" charset="-122"/>
              </a:rPr>
              <a:t>缓冲区溢出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zh-CN" altLang="en-US">
                <a:ea typeface="宋体" panose="02010600030101010101" pitchFamily="2" charset="-122"/>
              </a:rPr>
              <a:t>栈图</a:t>
            </a:r>
          </a:p>
          <a:p>
            <a:pPr lvl="1"/>
            <a:r>
              <a:rPr kumimoji="1" lang="zh-CN" altLang="en-US">
                <a:ea typeface="宋体" panose="02010600030101010101" pitchFamily="2" charset="-122"/>
              </a:rPr>
              <a:t>复杂数据结构的底层表示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struct</a:t>
            </a: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union</a:t>
            </a: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alignment, byte order</a:t>
            </a:r>
          </a:p>
        </p:txBody>
      </p:sp>
      <p:sp>
        <p:nvSpPr>
          <p:cNvPr id="124931" name="幻灯片编号占位符 3">
            <a:extLst>
              <a:ext uri="{FF2B5EF4-FFF2-40B4-BE49-F238E27FC236}">
                <a16:creationId xmlns:a16="http://schemas.microsoft.com/office/drawing/2014/main" id="{603FE21B-9CD0-C340-BC4E-FE868E8E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96718A-64CB-5A49-84E9-CBD16EF04359}" type="slidenum">
              <a:rPr lang="zh-CN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15669</TotalTime>
  <Words>3174</Words>
  <Application>Microsoft Macintosh PowerPoint</Application>
  <PresentationFormat>全屏显示(4:3)</PresentationFormat>
  <Paragraphs>733</Paragraphs>
  <Slides>50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方正舒体</vt:lpstr>
      <vt:lpstr>方正姚体</vt:lpstr>
      <vt:lpstr>宋体</vt:lpstr>
      <vt:lpstr>Courier-Oblique</vt:lpstr>
      <vt:lpstr>Arial</vt:lpstr>
      <vt:lpstr>Comic Sans MS</vt:lpstr>
      <vt:lpstr>Courier</vt:lpstr>
      <vt:lpstr>Courier New</vt:lpstr>
      <vt:lpstr>Helvetica</vt:lpstr>
      <vt:lpstr>Times New Roman</vt:lpstr>
      <vt:lpstr>icfp99</vt:lpstr>
      <vt:lpstr>程序的机器级表示（6）</vt:lpstr>
      <vt:lpstr>Buffer Overflow </vt:lpstr>
      <vt:lpstr>Out-of-Bounds Memory References </vt:lpstr>
      <vt:lpstr>Out-of-Bounds Memory References </vt:lpstr>
      <vt:lpstr>Out-of-Bounds Memory References </vt:lpstr>
      <vt:lpstr>Out-of-Bounds Memory References </vt:lpstr>
      <vt:lpstr>Out-of-Bounds Memory References </vt:lpstr>
      <vt:lpstr>Out-of-Bounds Memory References </vt:lpstr>
      <vt:lpstr>Malicious Use of Buffer Overflow</vt:lpstr>
      <vt:lpstr>The Famous Internet Worm of November 1988</vt:lpstr>
      <vt:lpstr>Morris Worm</vt:lpstr>
      <vt:lpstr>Stack Randomization</vt:lpstr>
      <vt:lpstr>Stack Randomization</vt:lpstr>
      <vt:lpstr>Stack Randomization</vt:lpstr>
      <vt:lpstr>Stack Corruption Detection（栈破坏检测）</vt:lpstr>
      <vt:lpstr>Stack Corruption Detection</vt:lpstr>
      <vt:lpstr>Stack Corruption Detection</vt:lpstr>
      <vt:lpstr>Limiting Executable Code Regions</vt:lpstr>
      <vt:lpstr>Code Reuse Attack</vt:lpstr>
      <vt:lpstr>Motivation: Code Reuse Attack</vt:lpstr>
      <vt:lpstr>Heterogeneous Data Structures &amp; Alignment</vt:lpstr>
      <vt:lpstr>Outline</vt:lpstr>
      <vt:lpstr>Structures</vt:lpstr>
      <vt:lpstr>Structure</vt:lpstr>
      <vt:lpstr>Structure</vt:lpstr>
      <vt:lpstr>Structures</vt:lpstr>
      <vt:lpstr>Structure</vt:lpstr>
      <vt:lpstr>Structure</vt:lpstr>
      <vt:lpstr>Structure</vt:lpstr>
      <vt:lpstr>Structure</vt:lpstr>
      <vt:lpstr>Unions</vt:lpstr>
      <vt:lpstr>Unions</vt:lpstr>
      <vt:lpstr>Unions</vt:lpstr>
      <vt:lpstr>Unions</vt:lpstr>
      <vt:lpstr>Unions</vt:lpstr>
      <vt:lpstr>Unions</vt:lpstr>
      <vt:lpstr>Alignment</vt:lpstr>
      <vt:lpstr>Alignment</vt:lpstr>
      <vt:lpstr>Alignment</vt:lpstr>
      <vt:lpstr>Alignment</vt:lpstr>
      <vt:lpstr>Alignment</vt:lpstr>
      <vt:lpstr>如何实现对齐分配和释放内存？</vt:lpstr>
      <vt:lpstr>Alignment</vt:lpstr>
      <vt:lpstr>Simple Example</vt:lpstr>
      <vt:lpstr>Complex Example </vt:lpstr>
      <vt:lpstr>Array</vt:lpstr>
      <vt:lpstr>Array</vt:lpstr>
      <vt:lpstr>Array</vt:lpstr>
      <vt:lpstr>Homework8</vt:lpstr>
      <vt:lpstr>Summary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7025</cp:lastModifiedBy>
  <cp:revision>702</cp:revision>
  <dcterms:created xsi:type="dcterms:W3CDTF">2000-01-15T07:54:11Z</dcterms:created>
  <dcterms:modified xsi:type="dcterms:W3CDTF">2024-11-18T01:10:06Z</dcterms:modified>
</cp:coreProperties>
</file>