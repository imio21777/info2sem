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0b38d940b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0b38d940b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0b38d940b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0b38d940b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0b38d940b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0b38d940b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0b38d940b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0b38d940b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0b38d940b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0b38d940b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0b38d940b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0b38d940b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0b38d940b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0b38d940b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0b38d940b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0b38d940b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0b38d940ba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0b38d940b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0b38d940ba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0b38d940b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0b38d940ba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0b38d940b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0b38d940b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0b38d940b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0b38d940ba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0b38d940b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pixelsdb/mini-pixels/tree/master/pixels-core/include/vector" TargetMode="External"/><Relationship Id="rId4" Type="http://schemas.openxmlformats.org/officeDocument/2006/relationships/hyperlink" Target="https://github.com/pixelsdb/mini-pixels/tree/master/pixels-core/lib/vector" TargetMode="External"/><Relationship Id="rId5" Type="http://schemas.openxmlformats.org/officeDocument/2006/relationships/hyperlink" Target="https://github.com/pixelsdb/mini-pixels/tree/master/pixels-core/include/reader" TargetMode="External"/><Relationship Id="rId6" Type="http://schemas.openxmlformats.org/officeDocument/2006/relationships/hyperlink" Target="https://github.com/pixelsdb/mini-pixels/tree/master/pixels-core/lib/reader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33" y="11341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实用数据库开发 (4)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数据类型与压缩编码（上）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25" y="3350850"/>
            <a:ext cx="8520600" cy="12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中国人民大学信息学院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教师：卞昊穹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助教：王浩哲，耿东杨，尹佳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2024-10-15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4314" y="202475"/>
            <a:ext cx="1155376" cy="115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存储格式补充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1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行存 (row store) 在早期文献中也叫NSM (N-ary Storage Model)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The DBMS stores (almost) all the attributes for a single tuple contiguously in a single page (e.g., 4KB).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列存 (column store) 在早期文献中也叫DSM (Decomposition Storage Model)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The DBMS stores a single attribute for all tuples contiguously in a block of data.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PAX (Partition Attributes Across)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Horizontally partition rows into groups. Then vertically partition their attributes into columns.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早期PAX的row group为1个4KB page，旨在减少CPU cache miss</a:t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5994" y="3823825"/>
            <a:ext cx="941950" cy="11527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5525100" y="4507125"/>
            <a:ext cx="169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Anastasia Ailamaki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数据库中常见的数据类型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整型：INTEGER / BIGINT / SMALLINT / TINYINT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浮点型：FLOAT / REAL / NUMERIC / DECIMAL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时间：TIME / DATE / TIMESTAMP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字符串或大对象：VARCHAR / VARBINARY / STRING / TEXT / BLOB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复杂数据类型：ARRAY / VECTOR / MAP / STRUCT…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这些数据类型和C/C++/Java这些编程语言的中的数据类型类似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数据类型的存储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对于一个数据类型，数据库需要解决：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在外存（如文件）中，如何表示和存储该类型的数据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在内存中进行计算时，如何表示和存储该类型的数据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推荐学习：CMU CS-15721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Pixels中的</a:t>
            </a:r>
            <a:r>
              <a:rPr lang="en-GB"/>
              <a:t>数据类型存储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与ORC、Parquet</a:t>
            </a:r>
            <a:r>
              <a:rPr lang="en-GB"/>
              <a:t>类似，</a:t>
            </a:r>
            <a:r>
              <a:rPr lang="en-GB"/>
              <a:t>Pixels：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在</a:t>
            </a:r>
            <a:r>
              <a:rPr lang="en-GB"/>
              <a:t>文件中将row group中某个列上的数据存储为一个column chunk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在内存中将某个列上的数据存储为若干个column vector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整型数据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在</a:t>
            </a:r>
            <a:r>
              <a:rPr lang="en-GB"/>
              <a:t>没有编码压缩的情况下，16-64位整型数据在column chunk中按照大端或小端以LONG数组的形式存储，8位整型数据在column chunk中以BYTE数组的形式存储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由LongColumnReader或ByteColumnReader将column chunk中的数据读入内存中的LongColumnVector或ByteColumnVector中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每个column vector中有一个long或byte类型的数组，长度为一个batch size (通常为1000)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Float / Double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float在column chunk中按照大端或小端以INT_32数组的形式存储，double在column chunk中以LONG数组的形式存储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IEEE 754 floating-point "single format" bit layout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由FloatColumnReader或DoubleColumnReader将column chunk中的数据读入内存中的LongColumnVector中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每个column vector中有一个</a:t>
            </a:r>
            <a:r>
              <a:rPr lang="en-GB"/>
              <a:t>int或</a:t>
            </a:r>
            <a:r>
              <a:rPr lang="en-GB"/>
              <a:t>long类型的数组，长度为一个batch size (通常为1000)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Decimal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Decimal</a:t>
            </a:r>
            <a:r>
              <a:rPr lang="en-GB"/>
              <a:t>数据类型包含：一个long类型value，一个precision，一个scale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3.14=&gt; value=314, precision=3,scale=2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Decimal</a:t>
            </a:r>
            <a:r>
              <a:rPr lang="en-GB"/>
              <a:t>在column chunk中按照大端或小端以LONG数组的形式存储，precision和scale</a:t>
            </a:r>
            <a:r>
              <a:rPr lang="en-GB"/>
              <a:t>信息记录在metadata (file footer)中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由DecimalColumnReader将column chunk中的数据读入内存中的</a:t>
            </a:r>
            <a:r>
              <a:rPr lang="en-GB"/>
              <a:t>Decimal</a:t>
            </a:r>
            <a:r>
              <a:rPr lang="en-GB"/>
              <a:t>ColumnVector中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每个column vector中有一个long类型的数组和precision、scale值，长度为一个batch size (通常为1000)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Time数据类型</a:t>
            </a:r>
            <a:r>
              <a:rPr lang="en-GB"/>
              <a:t>表示一天中的某个时间点，</a:t>
            </a:r>
            <a:r>
              <a:rPr lang="en-GB"/>
              <a:t>包含：一个int_32类型value，一个precision</a:t>
            </a:r>
            <a:r>
              <a:rPr lang="en-GB"/>
              <a:t>（枚举，表示s, ms, us, ns等）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Time</a:t>
            </a:r>
            <a:r>
              <a:rPr lang="en-GB"/>
              <a:t>在column chunk中按照大端或小端以INT_32数组的形式存储，precision信息记录在metadata (file footer)中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由TimeColumnReader将column chunk中的数据读入内存中的TimeColumnVector中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每个column vector中有一个int类型的数组和</a:t>
            </a:r>
            <a:r>
              <a:rPr lang="en-GB"/>
              <a:t>一个precision值</a:t>
            </a:r>
            <a:r>
              <a:rPr lang="en-GB"/>
              <a:t>，长度为一个batch size (通常为1000)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Date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Date</a:t>
            </a:r>
            <a:r>
              <a:rPr lang="en-GB"/>
              <a:t>数据类型包含：一个int_32类型value，</a:t>
            </a:r>
            <a:r>
              <a:rPr lang="en-GB"/>
              <a:t>记录从Unix epoch (1970-01-01 00:00 UTC) 一来的天数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Date在column chunk中按照大端或小端以INT_32数组的形式存储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由DateColumnReader将column chunk中的数据读入内存中的DateColumnVector中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每个column vector中有一个</a:t>
            </a:r>
            <a:r>
              <a:rPr lang="en-GB"/>
              <a:t>int</a:t>
            </a:r>
            <a:r>
              <a:rPr lang="en-GB"/>
              <a:t>类型的数组，长度为一个batch size (通常为1000)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Timestamp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Timestamp数据类型包含：一个</a:t>
            </a:r>
            <a:r>
              <a:rPr lang="en-GB"/>
              <a:t>long</a:t>
            </a:r>
            <a:r>
              <a:rPr lang="en-GB"/>
              <a:t>类型value，记录从Unix epoch (1970-01-01 00:00 UTC) 一来的</a:t>
            </a:r>
            <a:r>
              <a:rPr lang="en-GB"/>
              <a:t>时间单位数；一个precision枚举值，表示时间单位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Timestamp在column chunk中按照大端或小端以LONG数组的形式存储，</a:t>
            </a:r>
            <a:r>
              <a:rPr lang="en-GB"/>
              <a:t>precision信息记录在metadata (file footer)中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由</a:t>
            </a:r>
            <a:r>
              <a:rPr lang="en-GB"/>
              <a:t>Timestamp</a:t>
            </a:r>
            <a:r>
              <a:rPr lang="en-GB"/>
              <a:t>ColumnReader将column chunk中的数据读入内存中的TimestampColumnVector中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每个column vector中有一个long类型的数组和</a:t>
            </a:r>
            <a:r>
              <a:rPr lang="en-GB"/>
              <a:t>一个precision值</a:t>
            </a:r>
            <a:r>
              <a:rPr lang="en-GB"/>
              <a:t>，长度为一个batch size (通常为1000)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varchar / char / string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没有编码压缩的情况下，字符串类型在column chunk中存储为一个大的byte数据，其中顺序存放着column中各个字符串值，另外还有一个int_32数组存储着column中每个值在byte数组中的start offset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byte数组的长度和start offset数组的offset存储在metadata（file footer）中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由StringColumnReader将column chunk中的数据读入内存中的BinaryColumnVector中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代码位置</a:t>
            </a:r>
            <a:endParaRPr/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olumn vectors的定义和实现：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https://github.com/pixelsdb/mini-pixels/tree/master/pixels-core/include/vector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4"/>
              </a:rPr>
              <a:t>https://github.com/pixelsdb/mini-pixels/tree/master/pixels-core/lib/vector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Column readers的定义和实现：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5"/>
              </a:rPr>
              <a:t>https://github.com/pixelsdb/mini-pixels/tree/master/pixels-core/include/reader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6"/>
              </a:rPr>
              <a:t>https://github.com/pixelsdb/mini-pixels/tree/master/pixels-core/lib/reader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卞昊穹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信息楼125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bianhq@ruc.edu.cn</a:t>
            </a:r>
            <a:endParaRPr/>
          </a:p>
        </p:txBody>
      </p:sp>
      <p:sp>
        <p:nvSpPr>
          <p:cNvPr id="136" name="Google Shape;13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