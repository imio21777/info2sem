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heme/theme2.xml" ContentType="application/vnd.openxmlformats-officedocument.theme+xml"/>
  <Override PartName="/ppt/notesSlides/notesSlide26.xml" ContentType="application/vnd.openxmlformats-officedocument.presentationml.notesSlide+xml"/>
  <Override PartName="/ppt/theme/theme1.xml" ContentType="application/vnd.openxmlformats-officedocument.theme+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Layouts/slideLayout7.xml" ContentType="application/vnd.openxmlformats-officedocument.presentationml.slideLayout+xml"/>
  <Override PartName="/ppt/slides/slide19.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notesSlides/notesSlide8.xml" ContentType="application/vnd.openxmlformats-officedocument.presentationml.notesSlide+xml"/>
  <Override PartName="/ppt/slides/slide25.xml" ContentType="application/vnd.openxmlformats-officedocument.presentationml.slide+xml"/>
  <Override PartName="/ppt/viewProps.xml" ContentType="application/vnd.openxmlformats-officedocument.presentationml.viewProps+xml"/>
  <Override PartName="/ppt/slides/slide14.xml" ContentType="application/vnd.openxmlformats-officedocument.presentationml.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slides/slide21.xml" ContentType="application/vnd.openxmlformats-officedocument.presentationml.slide+xml"/>
  <Override PartName="/docProps/core.xml" ContentType="application/vnd.openxmlformats-package.core-properties+xml"/>
  <Override PartName="/ppt/notesSlides/notesSlide19.xml" ContentType="application/vnd.openxmlformats-officedocument.presentationml.notesSlide+xml"/>
  <Override PartName="/ppt/slides/slide5.xml" ContentType="application/vnd.openxmlformats-officedocument.presentationml.slide+xml"/>
  <Override PartName="/ppt/notesSlides/notesSlide20.xml" ContentType="application/vnd.openxmlformats-officedocument.presentationml.notesSlide+xml"/>
  <Override PartName="/ppt/notesSlides/notesSlide12.xml" ContentType="application/vnd.openxmlformats-officedocument.presentationml.notesSlide+xml"/>
  <Override PartName="/ppt/slides/slide4.xml" ContentType="application/vnd.openxmlformats-officedocument.presentationml.slide+xml"/>
  <Override PartName="/ppt/slides/slide3.xml" ContentType="application/vnd.openxmlformats-officedocument.presentationml.slide+xml"/>
  <Override PartName="/ppt/notesSlides/notesSlide6.xml" ContentType="application/vnd.openxmlformats-officedocument.presentationml.notesSlide+xml"/>
  <Override PartName="/ppt/slides/slide27.xml" ContentType="application/vnd.openxmlformats-officedocument.presentationml.slide+xml"/>
  <Override PartName="/ppt/slideLayouts/slideLayout6.xml" ContentType="application/vnd.openxmlformats-officedocument.presentationml.slideLayout+xml"/>
  <Override PartName="/ppt/notesSlides/notesSlide13.xml" ContentType="application/vnd.openxmlformats-officedocument.presentationml.notesSlide+xml"/>
  <Override PartName="/ppt/notesSlides/notesSlide7.xml" ContentType="application/vnd.openxmlformats-officedocument.presentationml.notesSlide+xml"/>
  <Override PartName="/ppt/notesSlides/notesSlide15.xml" ContentType="application/vnd.openxmlformats-officedocument.presentationml.notes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notesSlides/notesSlide11.xml" ContentType="application/vnd.openxmlformats-officedocument.presentationml.notesSlide+xml"/>
  <Override PartName="/ppt/slides/slide9.xml" ContentType="application/vnd.openxmlformats-officedocument.presentationml.slide+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25.xml" ContentType="application/vnd.openxmlformats-officedocument.presentationml.notesSlide+xml"/>
  <Override PartName="/docProps/app.xml" ContentType="application/vnd.openxmlformats-officedocument.extended-properties+xml"/>
  <Override PartName="/ppt/notesSlides/notesSlide27.xml" ContentType="application/vnd.openxmlformats-officedocument.presentationml.notesSlide+xml"/>
  <Override PartName="/ppt/notesSlides/notesSlide16.xml" ContentType="application/vnd.openxmlformats-officedocument.presentationml.notesSlide+xml"/>
  <Override PartName="/ppt/slides/slide26.xml" ContentType="application/vnd.openxmlformats-officedocument.presentationml.slide+xml"/>
  <Override PartName="/ppt/slides/slide11.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notesSlides/notesSlide24.xml" ContentType="application/vnd.openxmlformats-officedocument.presentationml.notesSlide+xml"/>
  <Override PartName="/ppt/slides/slide23.xml" ContentType="application/vnd.openxmlformats-officedocument.presentationml.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s/slide13.xml" ContentType="application/vnd.openxmlformats-officedocument.presentationml.slide+xml"/>
  <Override PartName="/ppt/slides/slide17.xml" ContentType="application/vnd.openxmlformats-officedocument.presentationml.slide+xml"/>
  <Override PartName="/ppt/notesSlides/notesSlide22.xml" ContentType="application/vnd.openxmlformats-officedocument.presentationml.notesSlide+xml"/>
  <Override PartName="/ppt/presProps.xml" ContentType="application/vnd.openxmlformats-officedocument.presentationml.presProps+xml"/>
  <Override PartName="/ppt/slides/slide18.xml" ContentType="application/vnd.openxmlformats-officedocument.presentationml.slide+xml"/>
  <Override PartName="/ppt/slides/slide20.xml" ContentType="application/vnd.openxmlformats-officedocument.presentationml.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s/slide7.xml" ContentType="application/vnd.openxmlformats-officedocument.presentationml.slide+xml"/>
  <Override PartName="/ppt/slideLayouts/slideLayout11.xml" ContentType="application/vnd.openxmlformats-officedocument.presentationml.slideLayout+xml"/>
  <Override PartName="/ppt/slides/slide28.xml" ContentType="application/vnd.openxmlformats-officedocument.presentationml.slide+xml"/>
  <Override PartName="/ppt/slides/slide12.xml" ContentType="application/vnd.openxmlformats-officedocument.presentationml.slide+xml"/>
  <Override PartName="/ppt/slideLayouts/slideLayout2.xml" ContentType="application/vnd.openxmlformats-officedocument.presentationml.slideLayout+xml"/>
  <Override PartName="/ppt/slides/slide10.xml" ContentType="application/vnd.openxmlformats-officedocument.presentationml.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2" Type="http://schemas.openxmlformats.org/officeDocument/2006/relationships/extended-properties" Target="docProps/app.xml" /><Relationship Id="rId1" Type="http://schemas.openxmlformats.org/package/2006/relationships/metadata/core-properties" Target="docProps/core.xml" /></Relationships>
</file>

<file path=ppt/presentation.xml><?xml version="1.0" encoding="utf-8"?>
<p:presentation xmlns:p15="http://schemas.microsoft.com/office/powerpoint/2012/main" xmlns:a="http://schemas.openxmlformats.org/drawingml/2006/main" xmlns:p="http://schemas.openxmlformats.org/presentationml/2006/main" xmlns:r="http://schemas.openxmlformats.org/officeDocument/2006/relationships" xmlns:mc="http://schemas.openxmlformats.org/markup-compatibility/2006" firstSlideNum="1" mc:Ignorable="p15">
  <p:sldMasterIdLst>
    <p:sldMasterId id="2147483648" r:id="rId0"/>
  </p:sldMasterIdLst>
  <p:notesMasterIdLst>
    <p:notesMasterId r:id="rId29"/>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9144000" cy="5143500"/>
  <p:notesSz cx="6858000" cy="9144000"/>
  <p:defaultTextStyle>
    <a:defPPr marR="0" lvl="0" algn="l" rtl="false">
      <a:lnSpc>
        <a:spcPct val="100000"/>
      </a:lnSpc>
      <a:spcBef>
        <a:spcPts val="0"/>
      </a:spcBef>
      <a:spcAft>
        <a:spcPts val="0"/>
      </a:spcAft>
    </a:defPPr>
    <a:lvl1pPr marR="0" lvl="0"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1pPr>
    <a:lvl2pPr marR="0" lvl="1"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2pPr>
    <a:lvl3pPr marR="0" lvl="2"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3pPr>
    <a:lvl4pPr marR="0" lvl="3"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4pPr>
    <a:lvl5pPr marR="0" lvl="4"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5pPr>
    <a:lvl6pPr marR="0" lvl="5"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6pPr>
    <a:lvl7pPr marR="0" lvl="6"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7pPr>
    <a:lvl8pPr marR="0" lvl="7"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8pPr>
    <a:lvl9pPr marR="0" lvl="8"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p="http://schemas.openxmlformats.org/presentationml/2006/main"/>
</file>

<file path=ppt/viewProps.xml><?xml version="1.0" encoding="utf-8"?>
<p:viewPr xmlns:a="http://schemas.openxmlformats.org/drawingml/2006/main" xmlns:p="http://schemas.openxmlformats.org/presentationml/2006/main" showComments="false">
  <p:slideViewPr>
    <p:cSldViewPr snapToGrid="false">
      <p:cViewPr varScale="true">
        <p:scale>
          <a:sx n="100" d="100"/>
          <a:sy n="100" d="100"/>
        </p:scale>
        <p:origin x="0" y="0"/>
      </p:cViewPr>
      <p:guideLst>
        <p:guide orient="horz" pos="1620"/>
        <p:guide pos="2880"/>
      </p:guideLst>
    </p:cSldViewPr>
  </p:slideViewPr>
</p:viewPr>
</file>

<file path=ppt/_rels/presentation.xml.rels><?xml version="1.0" encoding="UTF-8" standalone="yes"?><Relationships xmlns="http://schemas.openxmlformats.org/package/2006/relationships"><Relationship Id="rId8" Type="http://schemas.openxmlformats.org/officeDocument/2006/relationships/slide" Target="slides/slide8.xml" /><Relationship Id="rId6" Type="http://schemas.openxmlformats.org/officeDocument/2006/relationships/slide" Target="slides/slide6.xml" /><Relationship Id="rId5" Type="http://schemas.openxmlformats.org/officeDocument/2006/relationships/slide" Target="slides/slide5.xml" /><Relationship Id="rId4" Type="http://schemas.openxmlformats.org/officeDocument/2006/relationships/slide" Target="slides/slide4.xml" /><Relationship Id="rId31" Type="http://schemas.openxmlformats.org/officeDocument/2006/relationships/viewProps" Target="viewProps.xml" /><Relationship Id="rId30" Type="http://schemas.openxmlformats.org/officeDocument/2006/relationships/presProps" Target="presProps.xml" /><Relationship Id="rId29" Type="http://schemas.openxmlformats.org/officeDocument/2006/relationships/notesMaster" Target="notesMasters/notesMaster1.xml" /><Relationship Id="rId9" Type="http://schemas.openxmlformats.org/officeDocument/2006/relationships/slide" Target="slides/slide9.xml" /><Relationship Id="rId7" Type="http://schemas.openxmlformats.org/officeDocument/2006/relationships/slide" Target="slides/slide7.xml" /><Relationship Id="rId28" Type="http://schemas.openxmlformats.org/officeDocument/2006/relationships/slide" Target="slides/slide28.xml" /><Relationship Id="rId26" Type="http://schemas.openxmlformats.org/officeDocument/2006/relationships/slide" Target="slides/slide26.xml" /><Relationship Id="rId3" Type="http://schemas.openxmlformats.org/officeDocument/2006/relationships/slide" Target="slides/slide3.xml" /><Relationship Id="rId24" Type="http://schemas.openxmlformats.org/officeDocument/2006/relationships/slide" Target="slides/slide24.xml" /><Relationship Id="rId12" Type="http://schemas.openxmlformats.org/officeDocument/2006/relationships/slide" Target="slides/slide12.xml" /><Relationship Id="rId0" Type="http://schemas.openxmlformats.org/officeDocument/2006/relationships/slideMaster" Target="slideMasters/slideMaster1.xml" /><Relationship Id="rId13" Type="http://schemas.openxmlformats.org/officeDocument/2006/relationships/slide" Target="slides/slide13.xml" /><Relationship Id="rId10" Type="http://schemas.openxmlformats.org/officeDocument/2006/relationships/slide" Target="slides/slide10.xml" /><Relationship Id="rId20" Type="http://schemas.openxmlformats.org/officeDocument/2006/relationships/slide" Target="slides/slide20.xml" /><Relationship Id="rId11" Type="http://schemas.openxmlformats.org/officeDocument/2006/relationships/slide" Target="slides/slide11.xml" /><Relationship Id="rId27" Type="http://schemas.openxmlformats.org/officeDocument/2006/relationships/slide" Target="slides/slide27.xml" /><Relationship Id="rId1" Type="http://schemas.openxmlformats.org/officeDocument/2006/relationships/slide" Target="slides/slide1.xml" /><Relationship Id="rId25" Type="http://schemas.openxmlformats.org/officeDocument/2006/relationships/slide" Target="slides/slide25.xml" /><Relationship Id="rId21" Type="http://schemas.openxmlformats.org/officeDocument/2006/relationships/slide" Target="slides/slide21.xml" /><Relationship Id="rId14" Type="http://schemas.openxmlformats.org/officeDocument/2006/relationships/slide" Target="slides/slide14.xml" /><Relationship Id="rId15" Type="http://schemas.openxmlformats.org/officeDocument/2006/relationships/slide" Target="slides/slide15.xml" /><Relationship Id="rId18" Type="http://schemas.openxmlformats.org/officeDocument/2006/relationships/slide" Target="slides/slide18.xml" /><Relationship Id="rId19" Type="http://schemas.openxmlformats.org/officeDocument/2006/relationships/slide" Target="slides/slide19.xml" /><Relationship Id="rId23" Type="http://schemas.openxmlformats.org/officeDocument/2006/relationships/slide" Target="slides/slide23.xml" /><Relationship Id="rId16" Type="http://schemas.openxmlformats.org/officeDocument/2006/relationships/slide" Target="slides/slide16.xml" /><Relationship Id="rId2" Type="http://schemas.openxmlformats.org/officeDocument/2006/relationships/slide" Target="slides/slide2.xml" /><Relationship Id="rId17" Type="http://schemas.openxmlformats.org/officeDocument/2006/relationships/slide" Target="slides/slide17.xml" /><Relationship Id="rId22" Type="http://schemas.openxmlformats.org/officeDocument/2006/relationships/slide" Target="slides/slide22.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Google Shape;3;n"/>
          <p:cNvSpPr/>
          <p:nvPr>
            <p:ph type="sldImg" idx="2"/>
          </p:nvPr>
        </p:nvSpPr>
        <p:spPr>
          <a:xfrm>
            <a:off x="381300" y="685800"/>
            <a:ext cx="6096075" cy="3429000"/>
          </a:xfrm>
          <a:custGeom>
            <a:rect l="l" t="t" r="r" b="b"/>
            <a:pathLst>
              <a:path w="120000" h="120000" extrusionOk="false">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p/>
        </p:txBody>
      </p:sp>
      <p:sp>
        <p:nvSpPr>
          <p:cNvPr id="3" name="Google Shape;4;n"/>
          <p:cNvSpPr txBox="true"/>
          <p:nvPr>
            <p:ph type="body" idx="1"/>
          </p:nvPr>
        </p:nvSpPr>
        <p:spPr>
          <a:xfrm>
            <a:off x="685800" y="4343400"/>
            <a:ext cx="5486400" cy="4114800"/>
          </a:xfrm>
          <a:prstGeom prst="rect">
            <a:avLst/>
          </a:prstGeom>
          <a:noFill/>
          <a:ln>
            <a:noFill/>
          </a:ln>
        </p:spPr>
        <p:txBody>
          <a:bodyPr spcFirstLastPara="true" wrap="square" lIns="91425" tIns="91425" rIns="91425" bIns="91425" anchor="t" anchorCtr="false">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endParaRPr/>
          </a:p>
        </p:txBody>
      </p:sp>
    </p:spTree>
  </p:cSld>
  <p:clrMap bg1="lt1" tx1="dk1" bg2="dk2" tx2="lt2" accent1="accent1" accent2="accent2" accent3="accent3" accent4="accent4" accent5="accent5" accent6="accent6" hlink="hlink" folHlink="folHlink"/>
  <p:notesStyle>
    <a:defPPr marR="0" lvl="0" algn="l" rtl="false">
      <a:lnSpc>
        <a:spcPct val="100000"/>
      </a:lnSpc>
      <a:spcBef>
        <a:spcPts val="0"/>
      </a:spcBef>
      <a:spcAft>
        <a:spcPts val="0"/>
      </a:spcAft>
    </a:defPPr>
    <a:lvl1pPr marR="0" lvl="0"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1pPr>
    <a:lvl2pPr marR="0" lvl="1"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2pPr>
    <a:lvl3pPr marR="0" lvl="2"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3pPr>
    <a:lvl4pPr marR="0" lvl="3"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4pPr>
    <a:lvl5pPr marR="0" lvl="4"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5pPr>
    <a:lvl6pPr marR="0" lvl="5"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6pPr>
    <a:lvl7pPr marR="0" lvl="6"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7pPr>
    <a:lvl8pPr marR="0" lvl="7"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8pPr>
    <a:lvl9pPr marR="0" lvl="8"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xml" /></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xml" /></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xml" /></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xml" /></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3.xml" /></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4.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5.xml" /></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7.xml" /></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8.xml" /></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9.xml" /></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0.xml" /></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1.xml" /></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2.xml" /></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3.xml" /></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4.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5.xml" /></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6.xml" /></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7.xml" /></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8.xml" /></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xml" /></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xml" /></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xml" /></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xml" /></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xml" /></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xml" /></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Google Shape;51;p:notes"/>
          <p:cNvSpPr/>
          <p:nvPr>
            <p:ph type="sldImg" idx="2"/>
          </p:nvPr>
        </p:nvSpPr>
        <p:spPr>
          <a:xfrm>
            <a:off x="381300" y="685800"/>
            <a:ext cx="6096075"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3" name="Google Shape;52;p: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xml><?xml version="1.0" encoding="utf-8"?>
<p:notes xmlns:a="http://schemas.openxmlformats.org/drawingml/2006/main" xmlns:p="http://schemas.openxmlformats.org/presentationml/2006/main">
  <p:cSld>
    <p:spTree>
      <p:nvGrpSpPr>
        <p:cNvPr id="4" name=""/>
        <p:cNvGrpSpPr/>
        <p:nvPr/>
      </p:nvGrpSpPr>
      <p:grpSpPr>
        <a:xfrm>
          <a:off x="0" y="0"/>
          <a:ext cx="0" cy="0"/>
          <a:chOff x="0" y="0"/>
          <a:chExt cx="0" cy="0"/>
        </a:xfrm>
      </p:grpSpPr>
      <p:sp>
        <p:nvSpPr>
          <p:cNvPr id="5" name="Google Shape;116;g2878698ac3d_0_1: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6" name="Google Shape;117;g2878698ac3d_0_1: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3.xml><?xml version="1.0" encoding="utf-8"?>
<p:notes xmlns:a="http://schemas.openxmlformats.org/drawingml/2006/main" xmlns:p="http://schemas.openxmlformats.org/presentationml/2006/main">
  <p:cSld>
    <p:spTree>
      <p:nvGrpSpPr>
        <p:cNvPr id="7" name=""/>
        <p:cNvGrpSpPr/>
        <p:nvPr/>
      </p:nvGrpSpPr>
      <p:grpSpPr>
        <a:xfrm>
          <a:off x="0" y="0"/>
          <a:ext cx="0" cy="0"/>
          <a:chOff x="0" y="0"/>
          <a:chExt cx="0" cy="0"/>
        </a:xfrm>
      </p:grpSpPr>
      <p:sp>
        <p:nvSpPr>
          <p:cNvPr id="8" name="Google Shape;124;g2878698ac3d_0_9: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9" name="Google Shape;125;g2878698ac3d_0_9: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4.xml><?xml version="1.0" encoding="utf-8"?>
<p:notes xmlns:a="http://schemas.openxmlformats.org/drawingml/2006/main" xmlns:p="http://schemas.openxmlformats.org/presentationml/2006/main">
  <p:cSld>
    <p:spTree>
      <p:nvGrpSpPr>
        <p:cNvPr id="10" name=""/>
        <p:cNvGrpSpPr/>
        <p:nvPr/>
      </p:nvGrpSpPr>
      <p:grpSpPr>
        <a:xfrm>
          <a:off x="0" y="0"/>
          <a:ext cx="0" cy="0"/>
          <a:chOff x="0" y="0"/>
          <a:chExt cx="0" cy="0"/>
        </a:xfrm>
      </p:grpSpPr>
      <p:sp>
        <p:nvSpPr>
          <p:cNvPr id="11" name="Google Shape;132;g2878698ac3d_0_16: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12" name="Google Shape;133;g2878698ac3d_0_16: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5.xml><?xml version="1.0" encoding="utf-8"?>
<p:notes xmlns:a="http://schemas.openxmlformats.org/drawingml/2006/main" xmlns:p="http://schemas.openxmlformats.org/presentationml/2006/main">
  <p:cSld>
    <p:spTree>
      <p:nvGrpSpPr>
        <p:cNvPr id="13" name=""/>
        <p:cNvGrpSpPr/>
        <p:nvPr/>
      </p:nvGrpSpPr>
      <p:grpSpPr>
        <a:xfrm>
          <a:off x="0" y="0"/>
          <a:ext cx="0" cy="0"/>
          <a:chOff x="0" y="0"/>
          <a:chExt cx="0" cy="0"/>
        </a:xfrm>
      </p:grpSpPr>
      <p:sp>
        <p:nvSpPr>
          <p:cNvPr id="14" name="Google Shape;140;g2878698ac3d_0_23: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15" name="Google Shape;141;g2878698ac3d_0_23: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6.xml><?xml version="1.0" encoding="utf-8"?>
<p:notes xmlns:a="http://schemas.openxmlformats.org/drawingml/2006/main" xmlns:p="http://schemas.openxmlformats.org/presentationml/2006/main">
  <p:cSld>
    <p:spTree>
      <p:nvGrpSpPr>
        <p:cNvPr id="16" name=""/>
        <p:cNvGrpSpPr/>
        <p:nvPr/>
      </p:nvGrpSpPr>
      <p:grpSpPr>
        <a:xfrm>
          <a:off x="0" y="0"/>
          <a:ext cx="0" cy="0"/>
          <a:chOff x="0" y="0"/>
          <a:chExt cx="0" cy="0"/>
        </a:xfrm>
      </p:grpSpPr>
      <p:sp>
        <p:nvSpPr>
          <p:cNvPr id="17" name="Google Shape;147;g2878698ac3d_0_29: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18" name="Google Shape;148;g2878698ac3d_0_29: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7.xml><?xml version="1.0" encoding="utf-8"?>
<p:notes xmlns:a="http://schemas.openxmlformats.org/drawingml/2006/main" xmlns:p="http://schemas.openxmlformats.org/presentationml/2006/main">
  <p:cSld>
    <p:spTree>
      <p:nvGrpSpPr>
        <p:cNvPr id="19" name=""/>
        <p:cNvGrpSpPr/>
        <p:nvPr/>
      </p:nvGrpSpPr>
      <p:grpSpPr>
        <a:xfrm>
          <a:off x="0" y="0"/>
          <a:ext cx="0" cy="0"/>
          <a:chOff x="0" y="0"/>
          <a:chExt cx="0" cy="0"/>
        </a:xfrm>
      </p:grpSpPr>
      <p:sp>
        <p:nvSpPr>
          <p:cNvPr id="20" name="Google Shape;154;g2878698ac3d_0_35: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21" name="Google Shape;155;g2878698ac3d_0_35: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8.xml><?xml version="1.0" encoding="utf-8"?>
<p:notes xmlns:a="http://schemas.openxmlformats.org/drawingml/2006/main" xmlns:p="http://schemas.openxmlformats.org/presentationml/2006/main">
  <p:cSld>
    <p:spTree>
      <p:nvGrpSpPr>
        <p:cNvPr id="22" name=""/>
        <p:cNvGrpSpPr/>
        <p:nvPr/>
      </p:nvGrpSpPr>
      <p:grpSpPr>
        <a:xfrm>
          <a:off x="0" y="0"/>
          <a:ext cx="0" cy="0"/>
          <a:chOff x="0" y="0"/>
          <a:chExt cx="0" cy="0"/>
        </a:xfrm>
      </p:grpSpPr>
      <p:sp>
        <p:nvSpPr>
          <p:cNvPr id="23" name="Google Shape;161;g2878698ac3d_0_41: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24" name="Google Shape;162;g2878698ac3d_0_41: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9.xml><?xml version="1.0" encoding="utf-8"?>
<p:notes xmlns:a="http://schemas.openxmlformats.org/drawingml/2006/main" xmlns:p="http://schemas.openxmlformats.org/presentationml/2006/main">
  <p:cSld>
    <p:spTree>
      <p:nvGrpSpPr>
        <p:cNvPr id="25" name=""/>
        <p:cNvGrpSpPr/>
        <p:nvPr/>
      </p:nvGrpSpPr>
      <p:grpSpPr>
        <a:xfrm>
          <a:off x="0" y="0"/>
          <a:ext cx="0" cy="0"/>
          <a:chOff x="0" y="0"/>
          <a:chExt cx="0" cy="0"/>
        </a:xfrm>
      </p:grpSpPr>
      <p:sp>
        <p:nvSpPr>
          <p:cNvPr id="26" name="Google Shape;168;g2fd8b70873b_0_12: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27" name="Google Shape;169;g2fd8b70873b_0_12: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0.xml><?xml version="1.0" encoding="utf-8"?>
<p:notes xmlns:a="http://schemas.openxmlformats.org/drawingml/2006/main" xmlns:p="http://schemas.openxmlformats.org/presentationml/2006/main">
  <p:cSld>
    <p:spTree>
      <p:nvGrpSpPr>
        <p:cNvPr id="28" name=""/>
        <p:cNvGrpSpPr/>
        <p:nvPr/>
      </p:nvGrpSpPr>
      <p:grpSpPr>
        <a:xfrm>
          <a:off x="0" y="0"/>
          <a:ext cx="0" cy="0"/>
          <a:chOff x="0" y="0"/>
          <a:chExt cx="0" cy="0"/>
        </a:xfrm>
      </p:grpSpPr>
      <p:sp>
        <p:nvSpPr>
          <p:cNvPr id="29" name="Google Shape;197;g2fd8b70873b_0_40: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30" name="Google Shape;198;g2fd8b70873b_0_40: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1.xml><?xml version="1.0" encoding="utf-8"?>
<p:notes xmlns:a="http://schemas.openxmlformats.org/drawingml/2006/main" xmlns:p="http://schemas.openxmlformats.org/presentationml/2006/main">
  <p:cSld>
    <p:spTree>
      <p:nvGrpSpPr>
        <p:cNvPr id="31" name=""/>
        <p:cNvGrpSpPr/>
        <p:nvPr/>
      </p:nvGrpSpPr>
      <p:grpSpPr>
        <a:xfrm>
          <a:off x="0" y="0"/>
          <a:ext cx="0" cy="0"/>
          <a:chOff x="0" y="0"/>
          <a:chExt cx="0" cy="0"/>
        </a:xfrm>
      </p:grpSpPr>
      <p:sp>
        <p:nvSpPr>
          <p:cNvPr id="32" name="Google Shape;211;g2878698ac3d_0_51: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33" name="Google Shape;212;g2878698ac3d_0_51: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2.xml><?xml version="1.0" encoding="utf-8"?>
<p:notes xmlns:a="http://schemas.openxmlformats.org/drawingml/2006/main" xmlns:p="http://schemas.openxmlformats.org/presentationml/2006/main">
  <p:cSld>
    <p:spTree>
      <p:nvGrpSpPr>
        <p:cNvPr id="34" name=""/>
        <p:cNvGrpSpPr/>
        <p:nvPr/>
      </p:nvGrpSpPr>
      <p:grpSpPr>
        <a:xfrm>
          <a:off x="0" y="0"/>
          <a:ext cx="0" cy="0"/>
          <a:chOff x="0" y="0"/>
          <a:chExt cx="0" cy="0"/>
        </a:xfrm>
      </p:grpSpPr>
      <p:sp>
        <p:nvSpPr>
          <p:cNvPr id="35" name="Google Shape;226;g2878698ac3d_0_58: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36" name="Google Shape;227;g2878698ac3d_0_58: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3.xml><?xml version="1.0" encoding="utf-8"?>
<p:notes xmlns:a="http://schemas.openxmlformats.org/drawingml/2006/main" xmlns:p="http://schemas.openxmlformats.org/presentationml/2006/main">
  <p:cSld>
    <p:spTree>
      <p:nvGrpSpPr>
        <p:cNvPr id="37" name=""/>
        <p:cNvGrpSpPr/>
        <p:nvPr/>
      </p:nvGrpSpPr>
      <p:grpSpPr>
        <a:xfrm>
          <a:off x="0" y="0"/>
          <a:ext cx="0" cy="0"/>
          <a:chOff x="0" y="0"/>
          <a:chExt cx="0" cy="0"/>
        </a:xfrm>
      </p:grpSpPr>
      <p:sp>
        <p:nvSpPr>
          <p:cNvPr id="38" name="Google Shape;238;g2878698ac3d_0_64: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39" name="Google Shape;239;g2878698ac3d_0_64: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4.xml><?xml version="1.0" encoding="utf-8"?>
<p:notes xmlns:a="http://schemas.openxmlformats.org/drawingml/2006/main" xmlns:p="http://schemas.openxmlformats.org/presentationml/2006/main">
  <p:cSld>
    <p:spTree>
      <p:nvGrpSpPr>
        <p:cNvPr id="40" name=""/>
        <p:cNvGrpSpPr/>
        <p:nvPr/>
      </p:nvGrpSpPr>
      <p:grpSpPr>
        <a:xfrm>
          <a:off x="0" y="0"/>
          <a:ext cx="0" cy="0"/>
          <a:chOff x="0" y="0"/>
          <a:chExt cx="0" cy="0"/>
        </a:xfrm>
      </p:grpSpPr>
      <p:sp>
        <p:nvSpPr>
          <p:cNvPr id="41" name="Google Shape;274;g2fd8b70873b_0_99: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42" name="Google Shape;275;g2fd8b70873b_0_99: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5.xml><?xml version="1.0" encoding="utf-8"?>
<p:notes xmlns:a="http://schemas.openxmlformats.org/drawingml/2006/main" xmlns:p="http://schemas.openxmlformats.org/presentationml/2006/main">
  <p:cSld>
    <p:spTree>
      <p:nvGrpSpPr>
        <p:cNvPr id="43" name=""/>
        <p:cNvGrpSpPr/>
        <p:nvPr/>
      </p:nvGrpSpPr>
      <p:grpSpPr>
        <a:xfrm>
          <a:off x="0" y="0"/>
          <a:ext cx="0" cy="0"/>
          <a:chOff x="0" y="0"/>
          <a:chExt cx="0" cy="0"/>
        </a:xfrm>
      </p:grpSpPr>
      <p:sp>
        <p:nvSpPr>
          <p:cNvPr id="44" name="Google Shape;285;g2fd8b70873b_0_118: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45" name="Google Shape;286;g2fd8b70873b_0_118: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6.xml><?xml version="1.0" encoding="utf-8"?>
<p:notes xmlns:a="http://schemas.openxmlformats.org/drawingml/2006/main" xmlns:p="http://schemas.openxmlformats.org/presentationml/2006/main">
  <p:cSld>
    <p:spTree>
      <p:nvGrpSpPr>
        <p:cNvPr id="46" name=""/>
        <p:cNvGrpSpPr/>
        <p:nvPr/>
      </p:nvGrpSpPr>
      <p:grpSpPr>
        <a:xfrm>
          <a:off x="0" y="0"/>
          <a:ext cx="0" cy="0"/>
          <a:chOff x="0" y="0"/>
          <a:chExt cx="0" cy="0"/>
        </a:xfrm>
      </p:grpSpPr>
      <p:sp>
        <p:nvSpPr>
          <p:cNvPr id="47" name="Google Shape;293;g2fd8b70873b_0_125: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48" name="Google Shape;294;g2fd8b70873b_0_125: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7.xml><?xml version="1.0" encoding="utf-8"?>
<p:notes xmlns:a="http://schemas.openxmlformats.org/drawingml/2006/main" xmlns:p="http://schemas.openxmlformats.org/presentationml/2006/main">
  <p:cSld>
    <p:spTree>
      <p:nvGrpSpPr>
        <p:cNvPr id="49" name=""/>
        <p:cNvGrpSpPr/>
        <p:nvPr/>
      </p:nvGrpSpPr>
      <p:grpSpPr>
        <a:xfrm>
          <a:off x="0" y="0"/>
          <a:ext cx="0" cy="0"/>
          <a:chOff x="0" y="0"/>
          <a:chExt cx="0" cy="0"/>
        </a:xfrm>
      </p:grpSpPr>
      <p:sp>
        <p:nvSpPr>
          <p:cNvPr id="50" name="Google Shape;302;g2fd8b70873b_0_133: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51" name="Google Shape;303;g2fd8b70873b_0_133: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8.xml><?xml version="1.0" encoding="utf-8"?>
<p:notes xmlns:a="http://schemas.openxmlformats.org/drawingml/2006/main" xmlns:p="http://schemas.openxmlformats.org/presentationml/2006/main">
  <p:cSld>
    <p:spTree>
      <p:nvGrpSpPr>
        <p:cNvPr id="52" name=""/>
        <p:cNvGrpSpPr/>
        <p:nvPr/>
      </p:nvGrpSpPr>
      <p:grpSpPr>
        <a:xfrm>
          <a:off x="0" y="0"/>
          <a:ext cx="0" cy="0"/>
          <a:chOff x="0" y="0"/>
          <a:chExt cx="0" cy="0"/>
        </a:xfrm>
      </p:grpSpPr>
      <p:sp>
        <p:nvSpPr>
          <p:cNvPr id="53" name="Google Shape;259;g2878698ac3d_0_76: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54" name="Google Shape;260;g2878698ac3d_0_76: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19.xml><?xml version="1.0" encoding="utf-8"?>
<p:notes xmlns:a="http://schemas.openxmlformats.org/drawingml/2006/main" xmlns:p="http://schemas.openxmlformats.org/presentationml/2006/main">
  <p:cSld>
    <p:spTree>
      <p:nvGrpSpPr>
        <p:cNvPr id="55" name=""/>
        <p:cNvGrpSpPr/>
        <p:nvPr/>
      </p:nvGrpSpPr>
      <p:grpSpPr>
        <a:xfrm>
          <a:off x="0" y="0"/>
          <a:ext cx="0" cy="0"/>
          <a:chOff x="0" y="0"/>
          <a:chExt cx="0" cy="0"/>
        </a:xfrm>
      </p:grpSpPr>
      <p:sp>
        <p:nvSpPr>
          <p:cNvPr id="56" name="Google Shape;267;g2fd8b70873b_0_92: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57" name="Google Shape;268;g2fd8b70873b_0_92: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0.xml><?xml version="1.0" encoding="utf-8"?>
<p:notes xmlns:a="http://schemas.openxmlformats.org/drawingml/2006/main" xmlns:p="http://schemas.openxmlformats.org/presentationml/2006/main">
  <p:cSld>
    <p:spTree>
      <p:nvGrpSpPr>
        <p:cNvPr id="58" name=""/>
        <p:cNvGrpSpPr/>
        <p:nvPr/>
      </p:nvGrpSpPr>
      <p:grpSpPr>
        <a:xfrm>
          <a:off x="0" y="0"/>
          <a:ext cx="0" cy="0"/>
          <a:chOff x="0" y="0"/>
          <a:chExt cx="0" cy="0"/>
        </a:xfrm>
      </p:grpSpPr>
      <p:sp>
        <p:nvSpPr>
          <p:cNvPr id="59" name="Google Shape;315;g2fd8b70873b_0_145: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60" name="Google Shape;316;g2fd8b70873b_0_145: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1.xml><?xml version="1.0" encoding="utf-8"?>
<p:notes xmlns:a="http://schemas.openxmlformats.org/drawingml/2006/main" xmlns:p="http://schemas.openxmlformats.org/presentationml/2006/main">
  <p:cSld>
    <p:spTree>
      <p:nvGrpSpPr>
        <p:cNvPr id="61" name=""/>
        <p:cNvGrpSpPr/>
        <p:nvPr/>
      </p:nvGrpSpPr>
      <p:grpSpPr>
        <a:xfrm>
          <a:off x="0" y="0"/>
          <a:ext cx="0" cy="0"/>
          <a:chOff x="0" y="0"/>
          <a:chExt cx="0" cy="0"/>
        </a:xfrm>
      </p:grpSpPr>
      <p:sp>
        <p:nvSpPr>
          <p:cNvPr id="62" name="Google Shape;57;g2877411b5a7_0_0: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63" name="Google Shape;58;g2877411b5a7_0_0: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2.xml><?xml version="1.0" encoding="utf-8"?>
<p:notes xmlns:a="http://schemas.openxmlformats.org/drawingml/2006/main" xmlns:p="http://schemas.openxmlformats.org/presentationml/2006/main">
  <p:cSld>
    <p:spTree>
      <p:nvGrpSpPr>
        <p:cNvPr id="64" name=""/>
        <p:cNvGrpSpPr/>
        <p:nvPr/>
      </p:nvGrpSpPr>
      <p:grpSpPr>
        <a:xfrm>
          <a:off x="0" y="0"/>
          <a:ext cx="0" cy="0"/>
          <a:chOff x="0" y="0"/>
          <a:chExt cx="0" cy="0"/>
        </a:xfrm>
      </p:grpSpPr>
      <p:sp>
        <p:nvSpPr>
          <p:cNvPr id="65" name="Google Shape;64;g2877411b5a7_0_6: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66" name="Google Shape;65;g2877411b5a7_0_6: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3.xml><?xml version="1.0" encoding="utf-8"?>
<p:notes xmlns:a="http://schemas.openxmlformats.org/drawingml/2006/main" xmlns:p="http://schemas.openxmlformats.org/presentationml/2006/main">
  <p:cSld>
    <p:spTree>
      <p:nvGrpSpPr>
        <p:cNvPr id="67" name=""/>
        <p:cNvGrpSpPr/>
        <p:nvPr/>
      </p:nvGrpSpPr>
      <p:grpSpPr>
        <a:xfrm>
          <a:off x="0" y="0"/>
          <a:ext cx="0" cy="0"/>
          <a:chOff x="0" y="0"/>
          <a:chExt cx="0" cy="0"/>
        </a:xfrm>
      </p:grpSpPr>
      <p:sp>
        <p:nvSpPr>
          <p:cNvPr id="68" name="Google Shape;73;g2877411b5a7_0_12: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69" name="Google Shape;74;g2877411b5a7_0_12: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4.xml><?xml version="1.0" encoding="utf-8"?>
<p:notes xmlns:a="http://schemas.openxmlformats.org/drawingml/2006/main" xmlns:p="http://schemas.openxmlformats.org/presentationml/2006/main">
  <p:cSld>
    <p:spTree>
      <p:nvGrpSpPr>
        <p:cNvPr id="70" name=""/>
        <p:cNvGrpSpPr/>
        <p:nvPr/>
      </p:nvGrpSpPr>
      <p:grpSpPr>
        <a:xfrm>
          <a:off x="0" y="0"/>
          <a:ext cx="0" cy="0"/>
          <a:chOff x="0" y="0"/>
          <a:chExt cx="0" cy="0"/>
        </a:xfrm>
      </p:grpSpPr>
      <p:sp>
        <p:nvSpPr>
          <p:cNvPr id="71" name="Google Shape;81;g2877411b5a7_0_19: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72" name="Google Shape;82;g2877411b5a7_0_19: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5.xml><?xml version="1.0" encoding="utf-8"?>
<p:notes xmlns:a="http://schemas.openxmlformats.org/drawingml/2006/main" xmlns:p="http://schemas.openxmlformats.org/presentationml/2006/main">
  <p:cSld>
    <p:spTree>
      <p:nvGrpSpPr>
        <p:cNvPr id="73" name=""/>
        <p:cNvGrpSpPr/>
        <p:nvPr/>
      </p:nvGrpSpPr>
      <p:grpSpPr>
        <a:xfrm>
          <a:off x="0" y="0"/>
          <a:ext cx="0" cy="0"/>
          <a:chOff x="0" y="0"/>
          <a:chExt cx="0" cy="0"/>
        </a:xfrm>
      </p:grpSpPr>
      <p:sp>
        <p:nvSpPr>
          <p:cNvPr id="74" name="Google Shape;90;g2877411b5a7_0_31: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75" name="Google Shape;91;g2877411b5a7_0_31: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6.xml><?xml version="1.0" encoding="utf-8"?>
<p:notes xmlns:a="http://schemas.openxmlformats.org/drawingml/2006/main" xmlns:p="http://schemas.openxmlformats.org/presentationml/2006/main">
  <p:cSld>
    <p:spTree>
      <p:nvGrpSpPr>
        <p:cNvPr id="76" name=""/>
        <p:cNvGrpSpPr/>
        <p:nvPr/>
      </p:nvGrpSpPr>
      <p:grpSpPr>
        <a:xfrm>
          <a:off x="0" y="0"/>
          <a:ext cx="0" cy="0"/>
          <a:chOff x="0" y="0"/>
          <a:chExt cx="0" cy="0"/>
        </a:xfrm>
      </p:grpSpPr>
      <p:sp>
        <p:nvSpPr>
          <p:cNvPr id="77" name="Google Shape;100;g2877411b5a7_0_40: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78" name="Google Shape;101;g2877411b5a7_0_40: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notesSlides/notesSlide27.xml><?xml version="1.0" encoding="utf-8"?>
<p:notes xmlns:a="http://schemas.openxmlformats.org/drawingml/2006/main" xmlns:p="http://schemas.openxmlformats.org/presentationml/2006/main">
  <p:cSld>
    <p:spTree>
      <p:nvGrpSpPr>
        <p:cNvPr id="79" name=""/>
        <p:cNvGrpSpPr/>
        <p:nvPr/>
      </p:nvGrpSpPr>
      <p:grpSpPr>
        <a:xfrm>
          <a:off x="0" y="0"/>
          <a:ext cx="0" cy="0"/>
          <a:chOff x="0" y="0"/>
          <a:chExt cx="0" cy="0"/>
        </a:xfrm>
      </p:grpSpPr>
      <p:sp>
        <p:nvSpPr>
          <p:cNvPr id="80" name="Google Shape;108;g2fd8b70873b_0_0:notes"/>
          <p:cNvSpPr/>
          <p:nvPr>
            <p:ph type="sldImg" idx="2"/>
          </p:nvPr>
        </p:nvSpPr>
        <p:spPr>
          <a:xfrm>
            <a:off x="381300" y="685800"/>
            <a:ext cx="6096000" cy="3429000"/>
          </a:xfrm>
          <a:custGeom>
            <a:rect l="l" t="t" r="r" b="b"/>
            <a:pathLst>
              <a:path w="120000" h="120000" extrusionOk="false">
                <a:moveTo>
                  <a:pt x="0" y="0"/>
                </a:moveTo>
                <a:lnTo>
                  <a:pt x="120000" y="0"/>
                </a:lnTo>
                <a:lnTo>
                  <a:pt x="120000" y="120000"/>
                </a:lnTo>
                <a:lnTo>
                  <a:pt x="0" y="120000"/>
                </a:lnTo>
                <a:close/>
              </a:path>
            </a:pathLst>
          </a:custGeom>
        </p:spPr>
        <p:txBody>
          <a:bodyPr/>
          <a:p/>
        </p:txBody>
      </p:sp>
      <p:sp>
        <p:nvSpPr>
          <p:cNvPr id="81" name="Google Shape;109;g2fd8b70873b_0_0:notes"/>
          <p:cNvSpPr txBox="true"/>
          <p:nvPr>
            <p:ph type="body" idx="1"/>
          </p:nvPr>
        </p:nvSpPr>
        <p:spPr>
          <a:xfrm>
            <a:off x="685800" y="4343400"/>
            <a:ext cx="5486400" cy="4114800"/>
          </a:xfrm>
          <a:prstGeom prst="rect">
            <a:avLst/>
          </a:prstGeom>
        </p:spPr>
        <p:txBody>
          <a:bodyPr spcFirstLastPara="true" wrap="square" lIns="91425" tIns="91425" rIns="91425" bIns="91425" anchor="t" anchorCtr="false">
            <a:noAutofit/>
          </a:bodyPr>
          <a:lstStyle/>
          <a:p>
            <a:pPr marL="0" lvl="0" indent="0" algn="l" rtl="false">
              <a:spcBef>
                <a:spcPts val="0"/>
              </a:spcBef>
              <a:spcAft>
                <a:spcPts val="0"/>
              </a:spcAft>
              <a:buNone/>
            </a:pPr>
            <a:endParaRPr/>
          </a:p>
        </p:txBody>
      </p:sp>
    </p:spTree>
  </p:cSld>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type="title">
  <p:cSld name="TITLE">
    <p:spTree>
      <p:nvGrpSpPr>
        <p:cNvPr id="1" name=""/>
        <p:cNvGrpSpPr/>
        <p:nvPr/>
      </p:nvGrpSpPr>
      <p:grpSpPr>
        <a:xfrm>
          <a:off x="0" y="0"/>
          <a:ext cx="0" cy="0"/>
          <a:chOff x="0" y="0"/>
          <a:chExt cx="0" cy="0"/>
        </a:xfrm>
      </p:grpSpPr>
      <p:sp>
        <p:nvSpPr>
          <p:cNvPr id="2" name="Google Shape;10;p2"/>
          <p:cNvSpPr txBox="true"/>
          <p:nvPr>
            <p:ph type="ctrTitle"/>
          </p:nvPr>
        </p:nvSpPr>
        <p:spPr>
          <a:xfrm>
            <a:off x="311708" y="744575"/>
            <a:ext cx="8520600" cy="2052600"/>
          </a:xfrm>
          <a:prstGeom prst="rect">
            <a:avLst/>
          </a:prstGeom>
        </p:spPr>
        <p:txBody>
          <a:bodyPr spcFirstLastPara="true" wrap="square" lIns="91425" tIns="91425" rIns="91425" bIns="91425" anchor="b" anchorCtr="false">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endParaRPr/>
          </a:p>
        </p:txBody>
      </p:sp>
      <p:sp>
        <p:nvSpPr>
          <p:cNvPr id="3" name="Google Shape;11;p2"/>
          <p:cNvSpPr txBox="true"/>
          <p:nvPr>
            <p:ph type="subTitle" idx="1"/>
          </p:nvPr>
        </p:nvSpPr>
        <p:spPr>
          <a:xfrm>
            <a:off x="311700" y="2834125"/>
            <a:ext cx="8520600" cy="792600"/>
          </a:xfrm>
          <a:prstGeom prst="rect">
            <a:avLst/>
          </a:prstGeom>
        </p:spPr>
        <p:txBody>
          <a:bodyPr spcFirstLastPara="true" wrap="square" lIns="91425" tIns="91425" rIns="91425" bIns="91425" anchor="t" anchorCtr="false">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endParaRPr/>
          </a:p>
        </p:txBody>
      </p:sp>
      <p:sp>
        <p:nvSpPr>
          <p:cNvPr id="4" name="Google Shape;12;p2"/>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type="secHead">
  <p:cSld name="SECTION_HEADER">
    <p:spTree>
      <p:nvGrpSpPr>
        <p:cNvPr id="5" name=""/>
        <p:cNvGrpSpPr/>
        <p:nvPr/>
      </p:nvGrpSpPr>
      <p:grpSpPr>
        <a:xfrm>
          <a:off x="0" y="0"/>
          <a:ext cx="0" cy="0"/>
          <a:chOff x="0" y="0"/>
          <a:chExt cx="0" cy="0"/>
        </a:xfrm>
      </p:grpSpPr>
      <p:sp>
        <p:nvSpPr>
          <p:cNvPr id="6" name="Google Shape;14;p3"/>
          <p:cNvSpPr txBox="true"/>
          <p:nvPr>
            <p:ph type="title"/>
          </p:nvPr>
        </p:nvSpPr>
        <p:spPr>
          <a:xfrm>
            <a:off x="311700" y="2150850"/>
            <a:ext cx="8520600" cy="841800"/>
          </a:xfrm>
          <a:prstGeom prst="rect">
            <a:avLst/>
          </a:prstGeom>
        </p:spPr>
        <p:txBody>
          <a:bodyPr spcFirstLastPara="true" wrap="square" lIns="91425" tIns="91425" rIns="91425" bIns="91425" anchor="ctr" anchorCtr="false">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endParaRPr/>
          </a:p>
        </p:txBody>
      </p:sp>
      <p:sp>
        <p:nvSpPr>
          <p:cNvPr id="7" name="Google Shape;15;p3"/>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type="tx">
  <p:cSld name="TITLE_AND_BODY">
    <p:spTree>
      <p:nvGrpSpPr>
        <p:cNvPr id="10" name=""/>
        <p:cNvGrpSpPr/>
        <p:nvPr/>
      </p:nvGrpSpPr>
      <p:grpSpPr>
        <a:xfrm>
          <a:off x="0" y="0"/>
          <a:ext cx="0" cy="0"/>
          <a:chOff x="0" y="0"/>
          <a:chExt cx="0" cy="0"/>
        </a:xfrm>
      </p:grpSpPr>
      <p:sp>
        <p:nvSpPr>
          <p:cNvPr id="11" name="Google Shape;17;p4"/>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endParaRPr/>
          </a:p>
        </p:txBody>
      </p:sp>
      <p:sp>
        <p:nvSpPr>
          <p:cNvPr id="12" name="Google Shape;18;p4"/>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endParaRPr/>
          </a:p>
        </p:txBody>
      </p:sp>
      <p:sp>
        <p:nvSpPr>
          <p:cNvPr id="13" name="Google Shape;19;p4"/>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type="twoColTx">
  <p:cSld name="TITLE_AND_TWO_COLUMNS">
    <p:spTree>
      <p:nvGrpSpPr>
        <p:cNvPr id="14" name=""/>
        <p:cNvGrpSpPr/>
        <p:nvPr/>
      </p:nvGrpSpPr>
      <p:grpSpPr>
        <a:xfrm>
          <a:off x="0" y="0"/>
          <a:ext cx="0" cy="0"/>
          <a:chOff x="0" y="0"/>
          <a:chExt cx="0" cy="0"/>
        </a:xfrm>
      </p:grpSpPr>
      <p:sp>
        <p:nvSpPr>
          <p:cNvPr id="15" name="Google Shape;21;p5"/>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endParaRPr/>
          </a:p>
        </p:txBody>
      </p:sp>
      <p:sp>
        <p:nvSpPr>
          <p:cNvPr id="16" name="Google Shape;22;p5"/>
          <p:cNvSpPr txBox="true"/>
          <p:nvPr>
            <p:ph type="body" idx="1"/>
          </p:nvPr>
        </p:nvSpPr>
        <p:spPr>
          <a:xfrm>
            <a:off x="311700" y="1152475"/>
            <a:ext cx="3999900" cy="3416400"/>
          </a:xfrm>
          <a:prstGeom prst="rect">
            <a:avLst/>
          </a:prstGeom>
        </p:spPr>
        <p:txBody>
          <a:bodyPr spcFirstLastPara="true" wrap="square" lIns="91425" tIns="91425" rIns="91425" bIns="91425" anchor="t" anchorCtr="false">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endParaRPr/>
          </a:p>
        </p:txBody>
      </p:sp>
      <p:sp>
        <p:nvSpPr>
          <p:cNvPr id="17" name="Google Shape;23;p5"/>
          <p:cNvSpPr txBox="true"/>
          <p:nvPr>
            <p:ph type="body" idx="2"/>
          </p:nvPr>
        </p:nvSpPr>
        <p:spPr>
          <a:xfrm>
            <a:off x="4832400" y="1152475"/>
            <a:ext cx="3999900" cy="3416400"/>
          </a:xfrm>
          <a:prstGeom prst="rect">
            <a:avLst/>
          </a:prstGeom>
        </p:spPr>
        <p:txBody>
          <a:bodyPr spcFirstLastPara="true" wrap="square" lIns="91425" tIns="91425" rIns="91425" bIns="91425" anchor="t" anchorCtr="false">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endParaRPr/>
          </a:p>
        </p:txBody>
      </p:sp>
      <p:sp>
        <p:nvSpPr>
          <p:cNvPr id="18" name="Google Shape;24;p5"/>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type="titleOnly">
  <p:cSld name="TITLE_ONLY">
    <p:spTree>
      <p:nvGrpSpPr>
        <p:cNvPr id="19" name=""/>
        <p:cNvGrpSpPr/>
        <p:nvPr/>
      </p:nvGrpSpPr>
      <p:grpSpPr>
        <a:xfrm>
          <a:off x="0" y="0"/>
          <a:ext cx="0" cy="0"/>
          <a:chOff x="0" y="0"/>
          <a:chExt cx="0" cy="0"/>
        </a:xfrm>
      </p:grpSpPr>
      <p:sp>
        <p:nvSpPr>
          <p:cNvPr id="20" name="Google Shape;26;p6"/>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endParaRPr/>
          </a:p>
        </p:txBody>
      </p:sp>
      <p:sp>
        <p:nvSpPr>
          <p:cNvPr id="21" name="Google Shape;27;p6"/>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p:cSld name="ONE_COLUMN_TEXT">
    <p:spTree>
      <p:nvGrpSpPr>
        <p:cNvPr id="22" name=""/>
        <p:cNvGrpSpPr/>
        <p:nvPr/>
      </p:nvGrpSpPr>
      <p:grpSpPr>
        <a:xfrm>
          <a:off x="0" y="0"/>
          <a:ext cx="0" cy="0"/>
          <a:chOff x="0" y="0"/>
          <a:chExt cx="0" cy="0"/>
        </a:xfrm>
      </p:grpSpPr>
      <p:sp>
        <p:nvSpPr>
          <p:cNvPr id="23" name="Google Shape;29;p7"/>
          <p:cNvSpPr txBox="true"/>
          <p:nvPr>
            <p:ph type="title"/>
          </p:nvPr>
        </p:nvSpPr>
        <p:spPr>
          <a:xfrm>
            <a:off x="311700" y="555600"/>
            <a:ext cx="2808000" cy="755700"/>
          </a:xfrm>
          <a:prstGeom prst="rect">
            <a:avLst/>
          </a:prstGeom>
        </p:spPr>
        <p:txBody>
          <a:bodyPr spcFirstLastPara="true" wrap="square" lIns="91425" tIns="91425" rIns="91425" bIns="91425" anchor="b" anchorCtr="false">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endParaRPr/>
          </a:p>
        </p:txBody>
      </p:sp>
      <p:sp>
        <p:nvSpPr>
          <p:cNvPr id="24" name="Google Shape;30;p7"/>
          <p:cNvSpPr txBox="true"/>
          <p:nvPr>
            <p:ph type="body" idx="1"/>
          </p:nvPr>
        </p:nvSpPr>
        <p:spPr>
          <a:xfrm>
            <a:off x="311700" y="1389600"/>
            <a:ext cx="2808000" cy="3179400"/>
          </a:xfrm>
          <a:prstGeom prst="rect">
            <a:avLst/>
          </a:prstGeom>
        </p:spPr>
        <p:txBody>
          <a:bodyPr spcFirstLastPara="true" wrap="square" lIns="91425" tIns="91425" rIns="91425" bIns="91425" anchor="t" anchorCtr="false">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endParaRPr/>
          </a:p>
        </p:txBody>
      </p:sp>
      <p:sp>
        <p:nvSpPr>
          <p:cNvPr id="25" name="Google Shape;31;p7"/>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p:cSld name="MAIN_POINT">
    <p:spTree>
      <p:nvGrpSpPr>
        <p:cNvPr id="26" name=""/>
        <p:cNvGrpSpPr/>
        <p:nvPr/>
      </p:nvGrpSpPr>
      <p:grpSpPr>
        <a:xfrm>
          <a:off x="0" y="0"/>
          <a:ext cx="0" cy="0"/>
          <a:chOff x="0" y="0"/>
          <a:chExt cx="0" cy="0"/>
        </a:xfrm>
      </p:grpSpPr>
      <p:sp>
        <p:nvSpPr>
          <p:cNvPr id="27" name="Google Shape;33;p8"/>
          <p:cNvSpPr txBox="true"/>
          <p:nvPr>
            <p:ph type="title"/>
          </p:nvPr>
        </p:nvSpPr>
        <p:spPr>
          <a:xfrm>
            <a:off x="490250" y="450150"/>
            <a:ext cx="6367800" cy="4090800"/>
          </a:xfrm>
          <a:prstGeom prst="rect">
            <a:avLst/>
          </a:prstGeom>
        </p:spPr>
        <p:txBody>
          <a:bodyPr spcFirstLastPara="true" wrap="square" lIns="91425" tIns="91425" rIns="91425" bIns="91425" anchor="ctr" anchorCtr="false">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endParaRPr/>
          </a:p>
        </p:txBody>
      </p:sp>
      <p:sp>
        <p:nvSpPr>
          <p:cNvPr id="28" name="Google Shape;34;p8"/>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p:cSld name="SECTION_TITLE_AND_DESCRIPTION">
    <p:spTree>
      <p:nvGrpSpPr>
        <p:cNvPr id="29" name=""/>
        <p:cNvGrpSpPr/>
        <p:nvPr/>
      </p:nvGrpSpPr>
      <p:grpSpPr>
        <a:xfrm>
          <a:off x="0" y="0"/>
          <a:ext cx="0" cy="0"/>
          <a:chOff x="0" y="0"/>
          <a:chExt cx="0" cy="0"/>
        </a:xfrm>
      </p:grpSpPr>
      <p:sp>
        <p:nvSpPr>
          <p:cNvPr id="30" name="Google Shape;36;p9"/>
          <p:cNvSpPr/>
          <p:nvPr/>
        </p:nvSpPr>
        <p:spPr>
          <a:xfrm>
            <a:off x="4572000" y="-125"/>
            <a:ext cx="4572000" cy="5143500"/>
          </a:xfrm>
          <a:prstGeom prst="rect">
            <a:avLst/>
          </a:prstGeom>
          <a:solidFill>
            <a:schemeClr val="lt2"/>
          </a:solidFill>
          <a:ln>
            <a:noFill/>
          </a:ln>
        </p:spPr>
        <p:txBody>
          <a:bodyPr spcFirstLastPara="true" wrap="square" lIns="91425" tIns="91425" rIns="91425" bIns="91425" anchor="ctr" anchorCtr="false">
            <a:noAutofit/>
          </a:bodyPr>
          <a:lstStyle/>
          <a:p>
            <a:pPr marL="0" lvl="0" indent="0" algn="l" rtl="false">
              <a:spcBef>
                <a:spcPts val="0"/>
              </a:spcBef>
              <a:spcAft>
                <a:spcPts val="0"/>
              </a:spcAft>
              <a:buNone/>
            </a:pPr>
            <a:endParaRPr/>
          </a:p>
        </p:txBody>
      </p:sp>
      <p:sp>
        <p:nvSpPr>
          <p:cNvPr id="31" name="Google Shape;37;p9"/>
          <p:cNvSpPr txBox="true"/>
          <p:nvPr>
            <p:ph type="title"/>
          </p:nvPr>
        </p:nvSpPr>
        <p:spPr>
          <a:xfrm>
            <a:off x="265500" y="1233175"/>
            <a:ext cx="4045200" cy="1482300"/>
          </a:xfrm>
          <a:prstGeom prst="rect">
            <a:avLst/>
          </a:prstGeom>
        </p:spPr>
        <p:txBody>
          <a:bodyPr spcFirstLastPara="true" wrap="square" lIns="91425" tIns="91425" rIns="91425" bIns="91425" anchor="b" anchorCtr="false">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endParaRPr/>
          </a:p>
        </p:txBody>
      </p:sp>
      <p:sp>
        <p:nvSpPr>
          <p:cNvPr id="32" name="Google Shape;38;p9"/>
          <p:cNvSpPr txBox="true"/>
          <p:nvPr>
            <p:ph type="subTitle" idx="1"/>
          </p:nvPr>
        </p:nvSpPr>
        <p:spPr>
          <a:xfrm>
            <a:off x="265500" y="2803075"/>
            <a:ext cx="4045200" cy="1235100"/>
          </a:xfrm>
          <a:prstGeom prst="rect">
            <a:avLst/>
          </a:prstGeom>
        </p:spPr>
        <p:txBody>
          <a:bodyPr spcFirstLastPara="true" wrap="square" lIns="91425" tIns="91425" rIns="91425" bIns="91425" anchor="t" anchorCtr="false">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endParaRPr/>
          </a:p>
        </p:txBody>
      </p:sp>
      <p:sp>
        <p:nvSpPr>
          <p:cNvPr id="33" name="Google Shape;39;p9"/>
          <p:cNvSpPr txBox="true"/>
          <p:nvPr>
            <p:ph type="body" idx="2"/>
          </p:nvPr>
        </p:nvSpPr>
        <p:spPr>
          <a:xfrm>
            <a:off x="4939500" y="724075"/>
            <a:ext cx="3837000" cy="3695100"/>
          </a:xfrm>
          <a:prstGeom prst="rect">
            <a:avLst/>
          </a:prstGeom>
        </p:spPr>
        <p:txBody>
          <a:bodyPr spcFirstLastPara="true" wrap="square" lIns="91425" tIns="91425" rIns="91425" bIns="91425" anchor="ctr" anchorCtr="false">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endParaRPr/>
          </a:p>
        </p:txBody>
      </p:sp>
      <p:sp>
        <p:nvSpPr>
          <p:cNvPr id="34" name="Google Shape;40;p9"/>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p:cSld name="CAPTION_ONLY">
    <p:spTree>
      <p:nvGrpSpPr>
        <p:cNvPr id="35" name=""/>
        <p:cNvGrpSpPr/>
        <p:nvPr/>
      </p:nvGrpSpPr>
      <p:grpSpPr>
        <a:xfrm>
          <a:off x="0" y="0"/>
          <a:ext cx="0" cy="0"/>
          <a:chOff x="0" y="0"/>
          <a:chExt cx="0" cy="0"/>
        </a:xfrm>
      </p:grpSpPr>
      <p:sp>
        <p:nvSpPr>
          <p:cNvPr id="36" name="Google Shape;42;p10"/>
          <p:cNvSpPr txBox="true"/>
          <p:nvPr>
            <p:ph type="body" idx="1"/>
          </p:nvPr>
        </p:nvSpPr>
        <p:spPr>
          <a:xfrm>
            <a:off x="311700" y="4230575"/>
            <a:ext cx="5998800" cy="605100"/>
          </a:xfrm>
          <a:prstGeom prst="rect">
            <a:avLst/>
          </a:prstGeom>
        </p:spPr>
        <p:txBody>
          <a:bodyPr spcFirstLastPara="true" wrap="square" lIns="91425" tIns="91425" rIns="91425" bIns="91425" anchor="ctr" anchorCtr="false">
            <a:normAutofit/>
          </a:bodyPr>
          <a:lstStyle>
            <a:lvl1pPr marL="457200" lvl="0" indent="-228600">
              <a:lnSpc>
                <a:spcPct val="100000"/>
              </a:lnSpc>
              <a:spcBef>
                <a:spcPts val="0"/>
              </a:spcBef>
              <a:spcAft>
                <a:spcPts val="0"/>
              </a:spcAft>
              <a:buSzPts val="1800"/>
              <a:buNone/>
              <a:defRPr/>
            </a:lvl1pPr>
          </a:lstStyle>
          <a:p>
            <a:pPr/>
            <a:endParaRPr/>
          </a:p>
        </p:txBody>
      </p:sp>
      <p:sp>
        <p:nvSpPr>
          <p:cNvPr id="37" name="Google Shape;43;p10"/>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p:cSld name="BIG_NUMBER">
    <p:spTree>
      <p:nvGrpSpPr>
        <p:cNvPr id="38" name=""/>
        <p:cNvGrpSpPr/>
        <p:nvPr/>
      </p:nvGrpSpPr>
      <p:grpSpPr>
        <a:xfrm>
          <a:off x="0" y="0"/>
          <a:ext cx="0" cy="0"/>
          <a:chOff x="0" y="0"/>
          <a:chExt cx="0" cy="0"/>
        </a:xfrm>
      </p:grpSpPr>
      <p:sp>
        <p:nvSpPr>
          <p:cNvPr id="39" name="Google Shape;45;p11"/>
          <p:cNvSpPr txBox="true"/>
          <p:nvPr>
            <p:ph type="title" hasCustomPrompt="true"/>
          </p:nvPr>
        </p:nvSpPr>
        <p:spPr>
          <a:xfrm>
            <a:off x="311700" y="1106125"/>
            <a:ext cx="8520600" cy="1963500"/>
          </a:xfrm>
          <a:prstGeom prst="rect">
            <a:avLst/>
          </a:prstGeom>
        </p:spPr>
        <p:txBody>
          <a:bodyPr spcFirstLastPara="true" wrap="square" lIns="91425" tIns="91425" rIns="91425" bIns="91425" anchor="b" anchorCtr="false">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r>
              <a:rPr/>
              <a:t>xx%</a:t>
            </a:r>
            <a:endParaRPr/>
          </a:p>
        </p:txBody>
      </p:sp>
      <p:sp>
        <p:nvSpPr>
          <p:cNvPr id="40" name="Google Shape;46;p11"/>
          <p:cNvSpPr txBox="true"/>
          <p:nvPr>
            <p:ph type="body" idx="1"/>
          </p:nvPr>
        </p:nvSpPr>
        <p:spPr>
          <a:xfrm>
            <a:off x="311700" y="3152225"/>
            <a:ext cx="8520600" cy="1300800"/>
          </a:xfrm>
          <a:prstGeom prst="rect">
            <a:avLst/>
          </a:prstGeom>
        </p:spPr>
        <p:txBody>
          <a:bodyPr spcFirstLastPara="true" wrap="square" lIns="91425" tIns="91425" rIns="91425" bIns="91425" anchor="t" anchorCtr="false">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endParaRPr/>
          </a:p>
        </p:txBody>
      </p:sp>
      <p:sp>
        <p:nvSpPr>
          <p:cNvPr id="41" name="Google Shape;47;p11"/>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type="blank">
  <p:cSld name="BLANK">
    <p:spTree>
      <p:nvGrpSpPr>
        <p:cNvPr id="8" name=""/>
        <p:cNvGrpSpPr/>
        <p:nvPr/>
      </p:nvGrpSpPr>
      <p:grpSpPr>
        <a:xfrm>
          <a:off x="0" y="0"/>
          <a:ext cx="0" cy="0"/>
          <a:chOff x="0" y="0"/>
          <a:chExt cx="0" cy="0"/>
        </a:xfrm>
      </p:grpSpPr>
      <p:sp>
        <p:nvSpPr>
          <p:cNvPr id="9" name="Google Shape;49;p12"/>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9" Type="http://schemas.openxmlformats.org/officeDocument/2006/relationships/slideLayout" Target="../slideLayouts/slideLayout10.xml" /><Relationship Id="rId8" Type="http://schemas.openxmlformats.org/officeDocument/2006/relationships/slideLayout" Target="../slideLayouts/slideLayout9.xml" /><Relationship Id="rId7" Type="http://schemas.openxmlformats.org/officeDocument/2006/relationships/slideLayout" Target="../slideLayouts/slideLayout8.xml" /><Relationship Id="rId6" Type="http://schemas.openxmlformats.org/officeDocument/2006/relationships/slideLayout" Target="../slideLayouts/slideLayout7.xml" /><Relationship Id="rId5" Type="http://schemas.openxmlformats.org/officeDocument/2006/relationships/slideLayout" Target="../slideLayouts/slideLayout6.xml" /><Relationship Id="rId4" Type="http://schemas.openxmlformats.org/officeDocument/2006/relationships/slideLayout" Target="../slideLayouts/slideLayout5.xml" /><Relationship Id="rId1" Type="http://schemas.openxmlformats.org/officeDocument/2006/relationships/slideLayout" Target="../slideLayouts/slideLayout2.xml" /><Relationship Id="rId11" Type="http://schemas.openxmlformats.org/officeDocument/2006/relationships/theme" Target="../theme/theme1.xml" /><Relationship Id="rId3" Type="http://schemas.openxmlformats.org/officeDocument/2006/relationships/slideLayout" Target="../slideLayouts/slideLayout4.xml" /><Relationship Id="rId10" Type="http://schemas.openxmlformats.org/officeDocument/2006/relationships/slideLayout" Target="../slideLayouts/slideLayout11.xml" /><Relationship Id="rId0" Type="http://schemas.openxmlformats.org/officeDocument/2006/relationships/slideLayout" Target="../slideLayouts/slideLayout1.xml" /><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imple-light-2">
    <p:bg>
      <p:bgPr>
        <a:solidFill>
          <a:schemeClr val="lt1"/>
        </a:solidFill>
      </p:bgPr>
    </p:bg>
    <p:spTree>
      <p:nvGrpSpPr>
        <p:cNvPr id="1" name=""/>
        <p:cNvGrpSpPr/>
        <p:nvPr/>
      </p:nvGrpSpPr>
      <p:grpSpPr>
        <a:xfrm>
          <a:off x="0" y="0"/>
          <a:ext cx="0" cy="0"/>
          <a:chOff x="0" y="0"/>
          <a:chExt cx="0" cy="0"/>
        </a:xfrm>
      </p:grpSpPr>
      <p:sp>
        <p:nvSpPr>
          <p:cNvPr id="2" name="Google Shape;6;p1"/>
          <p:cNvSpPr txBox="true"/>
          <p:nvPr>
            <p:ph type="title"/>
          </p:nvPr>
        </p:nvSpPr>
        <p:spPr>
          <a:xfrm>
            <a:off x="311700" y="445025"/>
            <a:ext cx="8520600" cy="572700"/>
          </a:xfrm>
          <a:prstGeom prst="rect">
            <a:avLst/>
          </a:prstGeom>
          <a:noFill/>
          <a:ln>
            <a:noFill/>
          </a:ln>
        </p:spPr>
        <p:txBody>
          <a:bodyPr spcFirstLastPara="true" wrap="square" lIns="91425" tIns="91425" rIns="91425" bIns="91425" anchor="t" anchorCtr="false">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endParaRPr/>
          </a:p>
        </p:txBody>
      </p:sp>
      <p:sp>
        <p:nvSpPr>
          <p:cNvPr id="3" name="Google Shape;7;p1"/>
          <p:cNvSpPr txBox="true"/>
          <p:nvPr>
            <p:ph type="body" idx="1"/>
          </p:nvPr>
        </p:nvSpPr>
        <p:spPr>
          <a:xfrm>
            <a:off x="311700" y="1152475"/>
            <a:ext cx="8520600" cy="3416400"/>
          </a:xfrm>
          <a:prstGeom prst="rect">
            <a:avLst/>
          </a:prstGeom>
          <a:noFill/>
          <a:ln>
            <a:noFill/>
          </a:ln>
        </p:spPr>
        <p:txBody>
          <a:bodyPr spcFirstLastPara="true" wrap="square" lIns="91425" tIns="91425" rIns="91425" bIns="91425" anchor="t" anchorCtr="false">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pPr/>
            <a:endParaRPr/>
          </a:p>
        </p:txBody>
      </p:sp>
      <p:sp>
        <p:nvSpPr>
          <p:cNvPr id="4" name="Google Shape;8;p1"/>
          <p:cNvSpPr txBox="true"/>
          <p:nvPr>
            <p:ph type="sldNum" idx="12"/>
          </p:nvPr>
        </p:nvSpPr>
        <p:spPr>
          <a:xfrm>
            <a:off x="8472458" y="4663217"/>
            <a:ext cx="548700" cy="393600"/>
          </a:xfrm>
          <a:prstGeom prst="rect">
            <a:avLst/>
          </a:prstGeom>
          <a:noFill/>
          <a:ln>
            <a:noFill/>
          </a:ln>
        </p:spPr>
        <p:txBody>
          <a:bodyPr spcFirstLastPara="true" wrap="square" lIns="91425" tIns="91425" rIns="91425" bIns="91425" anchor="ctr" anchorCtr="false">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false">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false" ftr="false" dt="false"/>
  <p:txStyles>
    <p:titleStyle>
      <a:defPPr marR="0" lvl="0" algn="l" rtl="false">
        <a:lnSpc>
          <a:spcPct val="100000"/>
        </a:lnSpc>
        <a:spcBef>
          <a:spcPts val="0"/>
        </a:spcBef>
        <a:spcAft>
          <a:spcPts val="0"/>
        </a:spcAft>
      </a:defPPr>
      <a:lvl1pPr marR="0" lvl="0"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1pPr>
      <a:lvl2pPr marR="0" lvl="1"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2pPr>
      <a:lvl3pPr marR="0" lvl="2"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3pPr>
      <a:lvl4pPr marR="0" lvl="3"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4pPr>
      <a:lvl5pPr marR="0" lvl="4"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5pPr>
      <a:lvl6pPr marR="0" lvl="5"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6pPr>
      <a:lvl7pPr marR="0" lvl="6"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7pPr>
      <a:lvl8pPr marR="0" lvl="7"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8pPr>
      <a:lvl9pPr marR="0" lvl="8"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9pPr>
    </p:titleStyle>
    <p:bodyStyle>
      <a:defPPr marR="0" lvl="0" algn="l" rtl="false">
        <a:lnSpc>
          <a:spcPct val="100000"/>
        </a:lnSpc>
        <a:spcBef>
          <a:spcPts val="0"/>
        </a:spcBef>
        <a:spcAft>
          <a:spcPts val="0"/>
        </a:spcAft>
      </a:defPPr>
      <a:lvl1pPr marR="0" lvl="0"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1pPr>
      <a:lvl2pPr marR="0" lvl="1"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2pPr>
      <a:lvl3pPr marR="0" lvl="2"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3pPr>
      <a:lvl4pPr marR="0" lvl="3"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4pPr>
      <a:lvl5pPr marR="0" lvl="4"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5pPr>
      <a:lvl6pPr marR="0" lvl="5"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6pPr>
      <a:lvl7pPr marR="0" lvl="6"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7pPr>
      <a:lvl8pPr marR="0" lvl="7"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8pPr>
      <a:lvl9pPr marR="0" lvl="8"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9pPr>
    </p:bodyStyle>
    <p:otherStyle>
      <a:defPPr marR="0" lvl="0" algn="l" rtl="false">
        <a:lnSpc>
          <a:spcPct val="100000"/>
        </a:lnSpc>
        <a:spcBef>
          <a:spcPts val="0"/>
        </a:spcBef>
        <a:spcAft>
          <a:spcPts val="0"/>
        </a:spcAft>
      </a:defPPr>
      <a:lvl1pPr marR="0" lvl="0"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1pPr>
      <a:lvl2pPr marR="0" lvl="1"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2pPr>
      <a:lvl3pPr marR="0" lvl="2"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3pPr>
      <a:lvl4pPr marR="0" lvl="3"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4pPr>
      <a:lvl5pPr marR="0" lvl="4"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5pPr>
      <a:lvl6pPr marR="0" lvl="5"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6pPr>
      <a:lvl7pPr marR="0" lvl="6"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7pPr>
      <a:lvl8pPr marR="0" lvl="7"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8pPr>
      <a:lvl9pPr marR="0" lvl="8" algn="l" rtl="false">
        <a:lnSpc>
          <a:spcPct val="100000"/>
        </a:lnSpc>
        <a:spcBef>
          <a:spcPts val="0"/>
        </a:spcBef>
        <a:spcAft>
          <a:spcPts val="0"/>
        </a:spcAft>
        <a:buClr>
          <a:srgbClr val="000000"/>
        </a:buClr>
        <a:buFont typeface="Arial"/>
        <a:defRPr sz="1400" b="false" i="false" u="none" strike="noStrike" cap="non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notesSlide" Target="../notesSlides/notesSlide1.xml" /><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3.xml.rels><?xml version="1.0" encoding="UTF-8" standalone="yes"?><Relationships xmlns="http://schemas.openxmlformats.org/package/2006/relationships"><Relationship Id="rId2" Type="http://schemas.openxmlformats.org/officeDocument/2006/relationships/image" Target="media/image61.png" /><Relationship Id="rId0" Type="http://schemas.openxmlformats.org/officeDocument/2006/relationships/slideLayout" Target="../slideLayouts/slideLayout3.xml" /><Relationship Id="rId1" Type="http://schemas.openxmlformats.org/officeDocument/2006/relationships/notesSlide" Target="../notesSlides/notesSlide21.xml" /></Relationships>
</file>

<file path=ppt/slides/_rels/slide4.xml.rels><?xml version="1.0" encoding="UTF-8" standalone="yes"?><Relationships xmlns="http://schemas.openxmlformats.org/package/2006/relationships"><Relationship Id="rId2" Type="http://schemas.openxmlformats.org/officeDocument/2006/relationships/image" Target="media/image62.png" /><Relationship Id="rId0" Type="http://schemas.openxmlformats.org/officeDocument/2006/relationships/slideLayout" Target="../slideLayouts/slideLayout3.xml" /><Relationship Id="rId1" Type="http://schemas.openxmlformats.org/officeDocument/2006/relationships/notesSlide" Target="../notesSlides/notesSlide22.xml" /></Relationships>
</file>

<file path=ppt/slides/_rels/slide5.xml.rels><?xml version="1.0" encoding="UTF-8" standalone="yes"?><Relationships xmlns="http://schemas.openxmlformats.org/package/2006/relationships"><Relationship Id="rId2" Type="http://schemas.openxmlformats.org/officeDocument/2006/relationships/image" Target="media/image63.png" /><Relationship Id="rId0" Type="http://schemas.openxmlformats.org/officeDocument/2006/relationships/slideLayout" Target="../slideLayouts/slideLayout3.xml" /><Relationship Id="rId1" Type="http://schemas.openxmlformats.org/officeDocument/2006/relationships/notesSlide" Target="../notesSlides/notesSlide23.xml" /></Relationships>
</file>

<file path=ppt/slides/_rels/slide6.xml.rels><?xml version="1.0" encoding="UTF-8" standalone="yes"?><Relationships xmlns="http://schemas.openxmlformats.org/package/2006/relationships"><Relationship Id="rId2" Type="http://schemas.openxmlformats.org/officeDocument/2006/relationships/image" Target="media/image64.png" /><Relationship Id="rId0" Type="http://schemas.openxmlformats.org/officeDocument/2006/relationships/slideLayout" Target="../slideLayouts/slideLayout3.xml" /><Relationship Id="rId1" Type="http://schemas.openxmlformats.org/officeDocument/2006/relationships/notesSlide" Target="../notesSlides/notesSlide24.xml" /></Relationships>
</file>

<file path=ppt/slides/_rels/slide7.xml.rels><?xml version="1.0" encoding="UTF-8" standalone="yes"?><Relationships xmlns="http://schemas.openxmlformats.org/package/2006/relationships"><Relationship Id="rId3" Type="http://schemas.openxmlformats.org/officeDocument/2006/relationships/image" Target="media/image66.png" /><Relationship Id="rId0" Type="http://schemas.openxmlformats.org/officeDocument/2006/relationships/slideLayout" Target="../slideLayouts/slideLayout3.xml" /><Relationship Id="rId2" Type="http://schemas.openxmlformats.org/officeDocument/2006/relationships/image" Target="media/image65.png" /><Relationship Id="rId1" Type="http://schemas.openxmlformats.org/officeDocument/2006/relationships/notesSlide" Target="../notesSlides/notesSlide25.xml" /></Relationships>
</file>

<file path=ppt/slides/_rels/slide8.xml.rels><?xml version="1.0" encoding="UTF-8" standalone="yes"?><Relationships xmlns="http://schemas.openxmlformats.org/package/2006/relationships"><Relationship Id="rId2" Type="http://schemas.openxmlformats.org/officeDocument/2006/relationships/image" Target="media/image67.png" /><Relationship Id="rId0" Type="http://schemas.openxmlformats.org/officeDocument/2006/relationships/slideLayout" Target="../slideLayouts/slideLayout3.xml" /><Relationship Id="rId1" Type="http://schemas.openxmlformats.org/officeDocument/2006/relationships/notesSlide" Target="../notesSlides/notesSlide26.xml" /></Relationships>
</file>

<file path=ppt/slides/_rels/slide9.xml.rels><?xml version="1.0" encoding="UTF-8" standalone="yes"?><Relationships xmlns="http://schemas.openxmlformats.org/package/2006/relationships"><Relationship Id="rId2" Type="http://schemas.openxmlformats.org/officeDocument/2006/relationships/image" Target="media/image68.png" /><Relationship Id="rId0" Type="http://schemas.openxmlformats.org/officeDocument/2006/relationships/slideLayout" Target="../slideLayouts/slideLayout3.xml" /><Relationship Id="rId1" Type="http://schemas.openxmlformats.org/officeDocument/2006/relationships/notesSlide" Target="../notesSlides/notesSlide27.xml" /></Relationships>
</file>

<file path=ppt/slides/_rels/slide10.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3.xml" /><Relationship Id="rId1" Type="http://schemas.openxmlformats.org/officeDocument/2006/relationships/notesSlide" Target="../notesSlides/notesSlide2.xml" /></Relationships>
</file>

<file path=ppt/slides/_rels/slide11.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3.xml" /><Relationship Id="rId1" Type="http://schemas.openxmlformats.org/officeDocument/2006/relationships/notesSlide" Target="../notesSlides/notesSlide3.xml" /></Relationships>
</file>

<file path=ppt/slides/_rels/slide12.xml.rels><?xml version="1.0" encoding="UTF-8" standalone="yes"?><Relationships xmlns="http://schemas.openxmlformats.org/package/2006/relationships"><Relationship Id="rId2" Type="http://schemas.openxmlformats.org/officeDocument/2006/relationships/image" Target="media/image3.png" /><Relationship Id="rId0" Type="http://schemas.openxmlformats.org/officeDocument/2006/relationships/slideLayout" Target="../slideLayouts/slideLayout3.xml" /><Relationship Id="rId1" Type="http://schemas.openxmlformats.org/officeDocument/2006/relationships/notesSlide" Target="../notesSlides/notesSlide4.xml" /></Relationships>
</file>

<file path=ppt/slides/_rels/slide13.xml.rels><?xml version="1.0" encoding="UTF-8" standalone="yes"?><Relationships xmlns="http://schemas.openxmlformats.org/package/2006/relationships"><Relationship Id="rId1" Type="http://schemas.openxmlformats.org/officeDocument/2006/relationships/notesSlide" Target="../notesSlides/notesSlide5.xml" /><Relationship Id="rId0" Type="http://schemas.openxmlformats.org/officeDocument/2006/relationships/slideLayout" Target="../slideLayouts/slideLayout3.xml" /></Relationships>
</file>

<file path=ppt/slides/_rels/slide14.xml.rels><?xml version="1.0" encoding="UTF-8" standalone="yes"?><Relationships xmlns="http://schemas.openxmlformats.org/package/2006/relationships"><Relationship Id="rId1" Type="http://schemas.openxmlformats.org/officeDocument/2006/relationships/notesSlide" Target="../notesSlides/notesSlide6.xml" /><Relationship Id="rId0" Type="http://schemas.openxmlformats.org/officeDocument/2006/relationships/slideLayout" Target="../slideLayouts/slideLayout3.xml" /></Relationships>
</file>

<file path=ppt/slides/_rels/slide15.xml.rels><?xml version="1.0" encoding="UTF-8" standalone="yes"?><Relationships xmlns="http://schemas.openxmlformats.org/package/2006/relationships"><Relationship Id="rId1" Type="http://schemas.openxmlformats.org/officeDocument/2006/relationships/notesSlide" Target="../notesSlides/notesSlide7.xml" /><Relationship Id="rId0" Type="http://schemas.openxmlformats.org/officeDocument/2006/relationships/slideLayout" Target="../slideLayouts/slideLayout3.xml" /></Relationships>
</file>

<file path=ppt/slides/_rels/slide16.xml.rels><?xml version="1.0" encoding="UTF-8" standalone="yes"?><Relationships xmlns="http://schemas.openxmlformats.org/package/2006/relationships"><Relationship Id="rId1" Type="http://schemas.openxmlformats.org/officeDocument/2006/relationships/notesSlide" Target="../notesSlides/notesSlide8.xml" /><Relationship Id="rId0" Type="http://schemas.openxmlformats.org/officeDocument/2006/relationships/slideLayout" Target="../slideLayouts/slideLayout3.xml" /></Relationships>
</file>

<file path=ppt/slides/_rels/slide17.xml.rels><?xml version="1.0" encoding="UTF-8" standalone="yes"?><Relationships xmlns="http://schemas.openxmlformats.org/package/2006/relationships"><Relationship Id="rId9" Type="http://schemas.openxmlformats.org/officeDocument/2006/relationships/image" Target="media/image11.png" /><Relationship Id="rId7" Type="http://schemas.openxmlformats.org/officeDocument/2006/relationships/image" Target="media/image9.png" /><Relationship Id="rId6" Type="http://schemas.openxmlformats.org/officeDocument/2006/relationships/image" Target="media/image8.png" /><Relationship Id="rId5" Type="http://schemas.openxmlformats.org/officeDocument/2006/relationships/image" Target="media/image7.png" /><Relationship Id="rId3" Type="http://schemas.openxmlformats.org/officeDocument/2006/relationships/image" Target="media/image5.png" /><Relationship Id="rId23" Type="http://schemas.openxmlformats.org/officeDocument/2006/relationships/image" Target="media/image25.png" /><Relationship Id="rId0" Type="http://schemas.openxmlformats.org/officeDocument/2006/relationships/slideLayout" Target="../slideLayouts/slideLayout3.xml" /><Relationship Id="rId10" Type="http://schemas.openxmlformats.org/officeDocument/2006/relationships/image" Target="media/image12.png" /><Relationship Id="rId1" Type="http://schemas.openxmlformats.org/officeDocument/2006/relationships/notesSlide" Target="../notesSlides/notesSlide9.xml" /><Relationship Id="rId14" Type="http://schemas.openxmlformats.org/officeDocument/2006/relationships/image" Target="media/image16.png" /><Relationship Id="rId11" Type="http://schemas.openxmlformats.org/officeDocument/2006/relationships/image" Target="media/image13.png" /><Relationship Id="rId20" Type="http://schemas.openxmlformats.org/officeDocument/2006/relationships/image" Target="media/image22.png" /><Relationship Id="rId15" Type="http://schemas.openxmlformats.org/officeDocument/2006/relationships/image" Target="media/image17.png" /><Relationship Id="rId4" Type="http://schemas.openxmlformats.org/officeDocument/2006/relationships/image" Target="media/image6.png" /><Relationship Id="rId16" Type="http://schemas.openxmlformats.org/officeDocument/2006/relationships/image" Target="media/image18.png" /><Relationship Id="rId8" Type="http://schemas.openxmlformats.org/officeDocument/2006/relationships/image" Target="media/image10.png" /><Relationship Id="rId17" Type="http://schemas.openxmlformats.org/officeDocument/2006/relationships/image" Target="media/image19.png" /><Relationship Id="rId13" Type="http://schemas.openxmlformats.org/officeDocument/2006/relationships/image" Target="media/image15.png" /><Relationship Id="rId18" Type="http://schemas.openxmlformats.org/officeDocument/2006/relationships/image" Target="media/image20.png" /><Relationship Id="rId12" Type="http://schemas.openxmlformats.org/officeDocument/2006/relationships/image" Target="media/image14.png" /><Relationship Id="rId19" Type="http://schemas.openxmlformats.org/officeDocument/2006/relationships/image" Target="media/image21.png" /><Relationship Id="rId22" Type="http://schemas.openxmlformats.org/officeDocument/2006/relationships/image" Target="media/image24.png" /><Relationship Id="rId2" Type="http://schemas.openxmlformats.org/officeDocument/2006/relationships/image" Target="media/image4.png" /><Relationship Id="rId21" Type="http://schemas.openxmlformats.org/officeDocument/2006/relationships/image" Target="media/image23.png" /></Relationships>
</file>

<file path=ppt/slides/_rels/slide18.xml.rels><?xml version="1.0" encoding="UTF-8" standalone="yes"?><Relationships xmlns="http://schemas.openxmlformats.org/package/2006/relationships"><Relationship Id="rId7" Type="http://schemas.openxmlformats.org/officeDocument/2006/relationships/image" Target="media/image31.png" /><Relationship Id="rId6" Type="http://schemas.openxmlformats.org/officeDocument/2006/relationships/image" Target="media/image30.png" /><Relationship Id="rId1" Type="http://schemas.openxmlformats.org/officeDocument/2006/relationships/notesSlide" Target="../notesSlides/notesSlide10.xml" /><Relationship Id="rId0" Type="http://schemas.openxmlformats.org/officeDocument/2006/relationships/slideLayout" Target="../slideLayouts/slideLayout3.xml" /><Relationship Id="rId2" Type="http://schemas.openxmlformats.org/officeDocument/2006/relationships/image" Target="media/image26.png" /><Relationship Id="rId8" Type="http://schemas.openxmlformats.org/officeDocument/2006/relationships/image" Target="media/image32.png" /><Relationship Id="rId3" Type="http://schemas.openxmlformats.org/officeDocument/2006/relationships/image" Target="media/image27.png" /><Relationship Id="rId4" Type="http://schemas.openxmlformats.org/officeDocument/2006/relationships/image" Target="media/image28.png" /><Relationship Id="rId5" Type="http://schemas.openxmlformats.org/officeDocument/2006/relationships/image" Target="media/image29.png" /></Relationships>
</file>

<file path=ppt/slides/_rels/slide19.xml.rels><?xml version="1.0" encoding="UTF-8" standalone="yes"?><Relationships xmlns="http://schemas.openxmlformats.org/package/2006/relationships"><Relationship Id="rId8" Type="http://schemas.openxmlformats.org/officeDocument/2006/relationships/image" Target="media/image39.png" /><Relationship Id="rId7" Type="http://schemas.openxmlformats.org/officeDocument/2006/relationships/image" Target="media/image38.png" /><Relationship Id="rId6" Type="http://schemas.openxmlformats.org/officeDocument/2006/relationships/image" Target="media/image37.png" /><Relationship Id="rId1" Type="http://schemas.openxmlformats.org/officeDocument/2006/relationships/notesSlide" Target="../notesSlides/notesSlide11.xml" /><Relationship Id="rId4" Type="http://schemas.openxmlformats.org/officeDocument/2006/relationships/image" Target="media/image35.png" /><Relationship Id="rId0" Type="http://schemas.openxmlformats.org/officeDocument/2006/relationships/slideLayout" Target="../slideLayouts/slideLayout3.xml" /><Relationship Id="rId2" Type="http://schemas.openxmlformats.org/officeDocument/2006/relationships/image" Target="media/image33.png" /><Relationship Id="rId9" Type="http://schemas.openxmlformats.org/officeDocument/2006/relationships/image" Target="media/image40.png" /><Relationship Id="rId3" Type="http://schemas.openxmlformats.org/officeDocument/2006/relationships/image" Target="media/image34.png" /><Relationship Id="rId5" Type="http://schemas.openxmlformats.org/officeDocument/2006/relationships/image" Target="media/image36.png" /></Relationships>
</file>

<file path=ppt/slides/_rels/slide20.xml.rels><?xml version="1.0" encoding="UTF-8" standalone="yes"?><Relationships xmlns="http://schemas.openxmlformats.org/package/2006/relationships"><Relationship Id="rId6" Type="http://schemas.openxmlformats.org/officeDocument/2006/relationships/image" Target="media/image45.png" /><Relationship Id="rId1" Type="http://schemas.openxmlformats.org/officeDocument/2006/relationships/notesSlide" Target="../notesSlides/notesSlide12.xml" /><Relationship Id="rId0" Type="http://schemas.openxmlformats.org/officeDocument/2006/relationships/slideLayout" Target="../slideLayouts/slideLayout3.xml" /><Relationship Id="rId5" Type="http://schemas.openxmlformats.org/officeDocument/2006/relationships/image" Target="media/image44.png" /><Relationship Id="rId2" Type="http://schemas.openxmlformats.org/officeDocument/2006/relationships/image" Target="media/image41.png" /><Relationship Id="rId3" Type="http://schemas.openxmlformats.org/officeDocument/2006/relationships/image" Target="media/image42.png" /><Relationship Id="rId4" Type="http://schemas.openxmlformats.org/officeDocument/2006/relationships/image" Target="media/image43.png" /></Relationships>
</file>

<file path=ppt/slides/_rels/slide21.xml.rels><?xml version="1.0" encoding="UTF-8" standalone="yes"?><Relationships xmlns="http://schemas.openxmlformats.org/package/2006/relationships"><Relationship Id="rId8" Type="http://schemas.openxmlformats.org/officeDocument/2006/relationships/image" Target="media/image50.png" /><Relationship Id="rId6" Type="http://schemas.openxmlformats.org/officeDocument/2006/relationships/image" Target="media/image48.png" /><Relationship Id="rId1" Type="http://schemas.openxmlformats.org/officeDocument/2006/relationships/notesSlide" Target="../notesSlides/notesSlide13.xml" /><Relationship Id="rId3" Type="http://schemas.openxmlformats.org/officeDocument/2006/relationships/image" Target="media/image47.png" /><Relationship Id="rId2" Type="http://schemas.openxmlformats.org/officeDocument/2006/relationships/image" Target="media/image46.png" /><Relationship Id="rId7" Type="http://schemas.openxmlformats.org/officeDocument/2006/relationships/image" Target="media/image49.png" /><Relationship Id="rId0" Type="http://schemas.openxmlformats.org/officeDocument/2006/relationships/slideLayout" Target="../slideLayouts/slideLayout3.xml" /><Relationship Id="rId4" Type="http://schemas.openxmlformats.org/officeDocument/2006/relationships/image" Target="media/image15.png" /><Relationship Id="rId5" Type="http://schemas.openxmlformats.org/officeDocument/2006/relationships/image" Target="media/image19.png" /></Relationships>
</file>

<file path=ppt/slides/_rels/slide22.xml.rels><?xml version="1.0" encoding="UTF-8" standalone="yes"?><Relationships xmlns="http://schemas.openxmlformats.org/package/2006/relationships"><Relationship Id="rId4" Type="http://schemas.openxmlformats.org/officeDocument/2006/relationships/image" Target="media/image51.png" /><Relationship Id="rId3" Type="http://schemas.openxmlformats.org/officeDocument/2006/relationships/image" Target="media/image12.png" /><Relationship Id="rId5" Type="http://schemas.openxmlformats.org/officeDocument/2006/relationships/image" Target="media/image49.png" /><Relationship Id="rId2" Type="http://schemas.openxmlformats.org/officeDocument/2006/relationships/image" Target="media/image10.png" /><Relationship Id="rId0" Type="http://schemas.openxmlformats.org/officeDocument/2006/relationships/slideLayout" Target="../slideLayouts/slideLayout3.xml" /><Relationship Id="rId1" Type="http://schemas.openxmlformats.org/officeDocument/2006/relationships/notesSlide" Target="../notesSlides/notesSlide14.xml" /></Relationships>
</file>

<file path=ppt/slides/_rels/slide23.xml.rels><?xml version="1.0" encoding="UTF-8" standalone="yes"?><Relationships xmlns="http://schemas.openxmlformats.org/package/2006/relationships"><Relationship Id="rId2" Type="http://schemas.openxmlformats.org/officeDocument/2006/relationships/image" Target="media/image52.png" /><Relationship Id="rId0" Type="http://schemas.openxmlformats.org/officeDocument/2006/relationships/slideLayout" Target="../slideLayouts/slideLayout3.xml" /><Relationship Id="rId1" Type="http://schemas.openxmlformats.org/officeDocument/2006/relationships/notesSlide" Target="../notesSlides/notesSlide15.xml" /></Relationships>
</file>

<file path=ppt/slides/_rels/slide24.xml.rels><?xml version="1.0" encoding="UTF-8" standalone="yes"?><Relationships xmlns="http://schemas.openxmlformats.org/package/2006/relationships"><Relationship Id="rId3" Type="http://schemas.openxmlformats.org/officeDocument/2006/relationships/image" Target="media/image54.png" /><Relationship Id="rId2" Type="http://schemas.openxmlformats.org/officeDocument/2006/relationships/image" Target="media/image53.png" /><Relationship Id="rId0" Type="http://schemas.openxmlformats.org/officeDocument/2006/relationships/slideLayout" Target="../slideLayouts/slideLayout3.xml" /><Relationship Id="rId1" Type="http://schemas.openxmlformats.org/officeDocument/2006/relationships/notesSlide" Target="../notesSlides/notesSlide16.xml" /></Relationships>
</file>

<file path=ppt/slides/_rels/slide25.xml.rels><?xml version="1.0" encoding="UTF-8" standalone="yes"?><Relationships xmlns="http://schemas.openxmlformats.org/package/2006/relationships"><Relationship Id="rId6" Type="http://schemas.openxmlformats.org/officeDocument/2006/relationships/image" Target="media/image59.png" /><Relationship Id="rId7" Type="http://schemas.openxmlformats.org/officeDocument/2006/relationships/image" Target="media/image24.png" /><Relationship Id="rId1" Type="http://schemas.openxmlformats.org/officeDocument/2006/relationships/notesSlide" Target="../notesSlides/notesSlide17.xml" /><Relationship Id="rId0" Type="http://schemas.openxmlformats.org/officeDocument/2006/relationships/slideLayout" Target="../slideLayouts/slideLayout3.xml" /><Relationship Id="rId3" Type="http://schemas.openxmlformats.org/officeDocument/2006/relationships/image" Target="media/image56.png" /><Relationship Id="rId4" Type="http://schemas.openxmlformats.org/officeDocument/2006/relationships/image" Target="media/image57.png" /><Relationship Id="rId2" Type="http://schemas.openxmlformats.org/officeDocument/2006/relationships/image" Target="media/image55.png" /><Relationship Id="rId5" Type="http://schemas.openxmlformats.org/officeDocument/2006/relationships/image" Target="media/image58.png" /></Relationships>
</file>

<file path=ppt/slides/_rels/slide26.xml.rels><?xml version="1.0" encoding="UTF-8" standalone="yes"?><Relationships xmlns="http://schemas.openxmlformats.org/package/2006/relationships"><Relationship Id="rId2" Type="http://schemas.openxmlformats.org/officeDocument/2006/relationships/hyperlink" Target="https://github.com/pixelsdb/pixels" TargetMode="External"/><Relationship Id="rId0" Type="http://schemas.openxmlformats.org/officeDocument/2006/relationships/slideLayout" Target="../slideLayouts/slideLayout3.xml" /><Relationship Id="rId3" Type="http://schemas.openxmlformats.org/officeDocument/2006/relationships/image" Target="media/image60.png" /><Relationship Id="rId1" Type="http://schemas.openxmlformats.org/officeDocument/2006/relationships/notesSlide" Target="../notesSlides/notesSlide18.xml" /></Relationships>
</file>

<file path=ppt/slides/_rels/slide27.xml.rels><?xml version="1.0" encoding="UTF-8" standalone="yes"?><Relationships xmlns="http://schemas.openxmlformats.org/package/2006/relationships"><Relationship Id="rId2" Type="http://schemas.openxmlformats.org/officeDocument/2006/relationships/hyperlink" Target="https://github.com/pixelsdb/mini-pixels" TargetMode="External"/><Relationship Id="rId0" Type="http://schemas.openxmlformats.org/officeDocument/2006/relationships/slideLayout" Target="../slideLayouts/slideLayout3.xml" /><Relationship Id="rId1" Type="http://schemas.openxmlformats.org/officeDocument/2006/relationships/notesSlide" Target="../notesSlides/notesSlide19.xml" /></Relationships>
</file>

<file path=ppt/slides/_rels/slide28.xml.rels><?xml version="1.0" encoding="UTF-8" standalone="yes"?><Relationships xmlns="http://schemas.openxmlformats.org/package/2006/relationships"><Relationship Id="rId1" Type="http://schemas.openxmlformats.org/officeDocument/2006/relationships/notesSlide" Target="../notesSlides/notesSlide20.xml" /><Relationship Id="rId0"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Google Shape;54;p13"/>
          <p:cNvSpPr txBox="true"/>
          <p:nvPr>
            <p:ph type="ctrTitle"/>
          </p:nvPr>
        </p:nvSpPr>
        <p:spPr>
          <a:xfrm>
            <a:off x="311708" y="744575"/>
            <a:ext cx="8520600" cy="2052600"/>
          </a:xfrm>
          <a:prstGeom prst="rect">
            <a:avLst/>
          </a:prstGeom>
        </p:spPr>
        <p:txBody>
          <a:bodyPr spcFirstLastPara="true" wrap="square" lIns="91425" tIns="91425" rIns="91425" bIns="91425" anchor="b" anchorCtr="false">
            <a:normAutofit/>
          </a:bodyPr>
          <a:lstStyle/>
          <a:p>
            <a:pPr marL="0" lvl="0" indent="0" algn="ctr" rtl="false">
              <a:spcBef>
                <a:spcPts val="0"/>
              </a:spcBef>
              <a:spcAft>
                <a:spcPts val="0"/>
              </a:spcAft>
              <a:buNone/>
            </a:pPr>
            <a:r>
              <a:rPr lang="en-GB"/>
              <a:t>实用数据库开发 (1)</a:t>
            </a:r>
            <a:endParaRPr/>
          </a:p>
        </p:txBody>
      </p:sp>
      <p:sp>
        <p:nvSpPr>
          <p:cNvPr id="3" name="Google Shape;55;p13"/>
          <p:cNvSpPr txBox="true"/>
          <p:nvPr>
            <p:ph type="subTitle" idx="1"/>
          </p:nvPr>
        </p:nvSpPr>
        <p:spPr>
          <a:xfrm>
            <a:off x="311700" y="2834125"/>
            <a:ext cx="8520600" cy="1021500"/>
          </a:xfrm>
          <a:prstGeom prst="rect">
            <a:avLst/>
          </a:prstGeom>
        </p:spPr>
        <p:txBody>
          <a:bodyPr spcFirstLastPara="true" wrap="square" lIns="91425" tIns="91425" rIns="91425" bIns="91425" anchor="t" anchorCtr="false">
            <a:normAutofit fontScale="62500" lnSpcReduction="20000"/>
          </a:bodyPr>
          <a:lstStyle/>
          <a:p>
            <a:pPr marL="0" lvl="0" indent="0" algn="ctr">
              <a:spcBef>
                <a:spcPts val="0"/>
              </a:spcBef>
              <a:spcAft>
                <a:spcPts val="0"/>
              </a:spcAft>
              <a:buClr>
                <a:schemeClr val="dk2">
                  <a:alpha val="100000"/>
                </a:schemeClr>
              </a:buClr>
              <a:buSzPts val="2800"/>
              <a:buFont typeface="Arial"/>
              <a:buNone/>
            </a:pPr>
            <a:r>
              <a:rPr/>
              <a:t>中国人民大学信息学院</a:t>
            </a:r>
            <a:endParaRPr/>
          </a:p>
          <a:p>
            <a:pPr marL="0" lvl="0" indent="0" algn="ctr">
              <a:spcBef>
                <a:spcPts val="0"/>
              </a:spcBef>
              <a:spcAft>
                <a:spcPts val="0"/>
              </a:spcAft>
              <a:buClr>
                <a:schemeClr val="dk2">
                  <a:alpha val="100000"/>
                </a:schemeClr>
              </a:buClr>
              <a:buSzPts val="2800"/>
              <a:buFont typeface="Arial"/>
              <a:buNone/>
            </a:pPr>
            <a:r>
              <a:rPr/>
              <a:t>教师：卞昊穹</a:t>
            </a:r>
            <a:endParaRPr/>
          </a:p>
          <a:p>
            <a:pPr marL="0" lvl="0" indent="0" algn="ctr">
              <a:spcBef>
                <a:spcPts val="0"/>
              </a:spcBef>
              <a:spcAft>
                <a:spcPts val="0"/>
              </a:spcAft>
              <a:buClr>
                <a:schemeClr val="dk2">
                  <a:alpha val="100000"/>
                </a:schemeClr>
              </a:buClr>
              <a:buSzPts val="2800"/>
              <a:buFont typeface="Arial"/>
              <a:buNone/>
            </a:pPr>
            <a:r>
              <a:rPr/>
              <a:t>助教：王浩哲，耿东杨，</a:t>
            </a:r>
            <a:r>
              <a:rPr lang="zh-CN"/>
              <a:t>李子诺，李皓月</a:t>
            </a:r>
            <a:endParaRP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84" name=""/>
        <p:cNvGrpSpPr/>
        <p:nvPr/>
      </p:nvGrpSpPr>
      <p:grpSpPr>
        <a:xfrm>
          <a:off x="0" y="0"/>
          <a:ext cx="0" cy="0"/>
          <a:chOff x="0" y="0"/>
          <a:chExt cx="0" cy="0"/>
        </a:xfrm>
      </p:grpSpPr>
      <p:sp>
        <p:nvSpPr>
          <p:cNvPr id="85" name="Google Shape;17;p4"/>
          <p:cNvSpPr txBox="true"/>
          <p:nvPr>
            <p:ph type="title"/>
          </p:nvPr>
        </p:nvSpPr>
        <p:spPr>
          <a:prstGeom prst="rect">
            <a:avLst/>
          </a:prstGeom>
        </p:spPr>
        <p:txBody>
          <a:bodyPr>
            <a:normAutofit fontScale="90000"/>
          </a:bodyPr>
          <a:lstStyle/>
          <a:p>
            <a:pPr>
              <a:buClr>
                <a:schemeClr val="dk1">
                  <a:alpha val="100000"/>
                </a:schemeClr>
              </a:buClr>
              <a:buSzPts val="2800"/>
              <a:buFont typeface="Arial"/>
              <a:buNone/>
            </a:pPr>
            <a:r>
              <a:rPr lang="zh-CN"/>
              <a:t>个人简介</a:t>
            </a:r>
            <a:endParaRPr/>
          </a:p>
        </p:txBody>
      </p:sp>
      <p:sp>
        <p:nvSpPr>
          <p:cNvPr id="86" name="Google Shape;18;p4"/>
          <p:cNvSpPr txBox="true"/>
          <p:nvPr>
            <p:ph type="body" idx="1"/>
          </p:nvPr>
        </p:nvSpPr>
        <p:spPr>
          <a:prstGeom prst="rect">
            <a:avLst/>
          </a:prstGeom>
        </p:spPr>
        <p:txBody>
          <a:bodyPr>
            <a:normAutofit fontScale="100000"/>
          </a:bodyPr>
          <a:lstStyle/>
          <a:p>
            <a:pPr>
              <a:buClr>
                <a:schemeClr val="dk2">
                  <a:alpha val="100000"/>
                </a:schemeClr>
              </a:buClr>
              <a:buSzPts val="1800"/>
              <a:buFont typeface="Arial"/>
              <a:buChar char="●"/>
            </a:pPr>
            <a:r>
              <a:rPr lang="zh-CN"/>
              <a:t>博士，副教授</a:t>
            </a:r>
            <a:endParaRPr/>
          </a:p>
          <a:p>
            <a:pPr>
              <a:buClr>
                <a:schemeClr val="dk2">
                  <a:alpha val="100000"/>
                </a:schemeClr>
              </a:buClr>
              <a:buSzPts val="1800"/>
              <a:buFont typeface="Arial"/>
              <a:buChar char="●"/>
            </a:pPr>
            <a:r>
              <a:rPr lang="zh-CN"/>
              <a:t>瑞士</a:t>
            </a:r>
            <a:r>
              <a:rPr lang="en-US"/>
              <a:t>EPFL</a:t>
            </a:r>
            <a:r>
              <a:rPr lang="zh-CN"/>
              <a:t>博士后</a:t>
            </a:r>
            <a:endParaRPr/>
          </a:p>
          <a:p>
            <a:pPr>
              <a:buClr>
                <a:schemeClr val="dk2">
                  <a:alpha val="100000"/>
                </a:schemeClr>
              </a:buClr>
              <a:buSzPts val="1800"/>
              <a:buFont typeface="Arial"/>
              <a:buChar char="●"/>
            </a:pPr>
            <a:r>
              <a:rPr lang="zh-CN"/>
              <a:t>国家海外引才计划人才、北京市海聚工程青年人才</a:t>
            </a:r>
            <a:endParaRPr/>
          </a:p>
          <a:p>
            <a:pPr>
              <a:buClr>
                <a:schemeClr val="dk2">
                  <a:alpha val="100000"/>
                </a:schemeClr>
              </a:buClr>
              <a:buSzPts val="1800"/>
              <a:buFont typeface="Arial"/>
              <a:buChar char="●"/>
            </a:pPr>
            <a:r>
              <a:rPr lang="zh-CN"/>
              <a:t>曾任腾讯</a:t>
            </a:r>
            <a:r>
              <a:rPr lang="en-US"/>
              <a:t>TDSQL</a:t>
            </a:r>
            <a:r>
              <a:rPr lang="zh-CN"/>
              <a:t>数据库内核高级工程师</a:t>
            </a:r>
            <a:endParaRPr/>
          </a:p>
          <a:p>
            <a:pPr>
              <a:buClr>
                <a:schemeClr val="dk2">
                  <a:alpha val="100000"/>
                </a:schemeClr>
              </a:buClr>
              <a:buSzPts val="1800"/>
              <a:buFont typeface="Arial"/>
              <a:buChar char="●"/>
            </a:pPr>
            <a:endParaRPr lang="en-US"/>
          </a:p>
          <a:p>
            <a:pPr>
              <a:buClr>
                <a:schemeClr val="dk2">
                  <a:alpha val="100000"/>
                </a:schemeClr>
              </a:buClr>
              <a:buSzPts val="1800"/>
              <a:buFont typeface="Arial"/>
              <a:buChar char="●"/>
            </a:pPr>
            <a:r>
              <a:rPr lang="zh-CN"/>
              <a:t>主要研究方向：</a:t>
            </a:r>
            <a:endParaRPr/>
          </a:p>
          <a:p>
            <a:pPr marL="114300" indent="0">
              <a:buClr>
                <a:schemeClr val="dk2">
                  <a:alpha val="100000"/>
                </a:schemeClr>
              </a:buClr>
              <a:buSzPct val="100000"/>
              <a:buFont typeface="Arial"/>
              <a:buNone/>
            </a:pPr>
            <a:r>
              <a:rPr lang="en-US"/>
              <a:t>	</a:t>
            </a:r>
            <a:r>
              <a:rPr lang="zh-CN"/>
              <a:t>云原生数据库/数据仓库/数据湖，面向AI的新型存储系统，新硬件数据系统</a:t>
            </a:r>
            <a:endParaRPr/>
          </a:p>
        </p:txBody>
      </p:sp>
      <p:sp>
        <p:nvSpPr>
          <p:cNvPr id="87" name="Google Shape;19;p4"/>
          <p:cNvSpPr txBox="true"/>
          <p:nvPr>
            <p:ph type="sldNum" idx="12"/>
          </p:nvPr>
        </p:nvSpPr>
        <p:spPr>
          <a:prstGeom prst="rect">
            <a:avLst/>
          </a:prstGeom>
        </p:spPr>
        <p:txBody>
          <a:bodyPr spcFirstLastPara="true" wrap="square" lIns="91425" tIns="91425" rIns="91425" bIns="91425" anchor="ctr" anchorCtr="false">
            <a:normAutofit/>
          </a:bodyPr>
          <a:p>
            <a:pPr marL="0" lvl="0" indent="0" algn="r" rtl="false">
              <a:spcBef>
                <a:spcPts val="0"/>
              </a:spcBef>
              <a:spcAft>
                <a:spcPts val="0"/>
              </a:spcAft>
              <a:buNone/>
            </a:pPr>
            <a:fld id="{00000000-1234-1234-1234-123412341234}" type="slidenum">
              <a:rPr lang="en-GB"/>
              <a:t>‹#›</a:t>
            </a:fld>
            <a:endParaRPr/>
          </a:p>
        </p:txBody>
      </p:sp>
      <p:sp>
        <p:nvSpPr>
          <p:cNvPr id="88" name=""/>
          <p:cNvSpPr txBox="true"/>
          <p:nvPr/>
        </p:nvSpPr>
        <p:spPr>
          <a:xfrm rot="0" flipH="false" flipV="false">
            <a:off x="453586" y="4048175"/>
            <a:ext cx="2260600" cy="520700"/>
          </a:xfrm>
          <a:prstGeom prst="rect">
            <a:avLst/>
          </a:prstGeom>
          <a:ln w="6350">
            <a:prstDash val="solid"/>
          </a:ln>
        </p:spPr>
        <p:txBody>
          <a:bodyPr wrap="none">
            <a:spAutoFit/>
          </a:bodyPr>
          <a:p>
            <a:pPr>
              <a:buClr>
                <a:srgbClr val="000000">
                  <a:alpha val="100000"/>
                </a:srgbClr>
              </a:buClr>
              <a:buFont typeface="Arial"/>
            </a:pPr>
            <a:r>
              <a:rPr lang="zh-CN"/>
              <a:t>邮箱：</a:t>
            </a:r>
            <a:r>
              <a:rPr lang="en-US"/>
              <a:t>bianhq@ruc.edu.cn</a:t>
            </a:r>
            <a:endParaRPr/>
          </a:p>
          <a:p>
            <a:pPr>
              <a:buClr>
                <a:srgbClr val="000000">
                  <a:alpha val="100000"/>
                </a:srgbClr>
              </a:buClr>
              <a:buFont typeface="Arial"/>
            </a:pPr>
            <a:r>
              <a:rPr lang="zh-CN"/>
              <a:t>办公室：信息楼</a:t>
            </a:r>
            <a:r>
              <a:rPr lang="en-US"/>
              <a:t>125A</a:t>
            </a:r>
            <a:endParaRPr/>
          </a:p>
        </p:txBody>
      </p:sp>
    </p:spTree>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50" name=""/>
        <p:cNvGrpSpPr/>
        <p:nvPr/>
      </p:nvGrpSpPr>
      <p:grpSpPr>
        <a:xfrm>
          <a:off x="0" y="0"/>
          <a:ext cx="0" cy="0"/>
          <a:chOff x="0" y="0"/>
          <a:chExt cx="0" cy="0"/>
        </a:xfrm>
      </p:grpSpPr>
      <p:sp>
        <p:nvSpPr>
          <p:cNvPr id="151" name="Google Shape;60;p14"/>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还记得OS吗？</a:t>
            </a:r>
            <a:endParaRPr/>
          </a:p>
        </p:txBody>
      </p:sp>
      <p:pic>
        <p:nvPicPr>
          <p:cNvPr id="152" name="Google Shape;61;p14"/>
          <p:cNvPicPr/>
          <p:nvPr/>
        </p:nvPicPr>
        <p:blipFill>
          <a:blip r:embed="rId2">
            <a:alphaModFix/>
          </a:blip>
          <a:stretch>
            <a:fillRect/>
          </a:stretch>
        </p:blipFill>
        <p:spPr>
          <a:xfrm>
            <a:off x="1012913" y="1186025"/>
            <a:ext cx="7229475" cy="3276600"/>
          </a:xfrm>
          <a:prstGeom prst="rect">
            <a:avLst/>
          </a:prstGeom>
          <a:noFill/>
          <a:ln>
            <a:noFill/>
          </a:ln>
        </p:spPr>
      </p:pic>
      <p:sp>
        <p:nvSpPr>
          <p:cNvPr id="153" name="Google Shape;62;p14"/>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54" name=""/>
        <p:cNvGrpSpPr/>
        <p:nvPr/>
      </p:nvGrpSpPr>
      <p:grpSpPr>
        <a:xfrm>
          <a:off x="0" y="0"/>
          <a:ext cx="0" cy="0"/>
          <a:chOff x="0" y="0"/>
          <a:chExt cx="0" cy="0"/>
        </a:xfrm>
      </p:grpSpPr>
      <p:sp>
        <p:nvSpPr>
          <p:cNvPr id="155" name="Google Shape;67;p15"/>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I/O</a:t>
            </a:r>
            <a:r>
              <a:rPr lang="en-GB"/>
              <a:t>设备</a:t>
            </a:r>
            <a:endParaRPr/>
          </a:p>
        </p:txBody>
      </p:sp>
      <p:sp>
        <p:nvSpPr>
          <p:cNvPr id="156" name="Google Shape;68;p15"/>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CPU</a:t>
            </a:r>
            <a:r>
              <a:rPr lang="en-GB"/>
              <a:t>、GPU、内存是计算的关键器件</a:t>
            </a:r>
            <a:endParaRPr/>
          </a:p>
          <a:p>
            <a:pPr marL="0" lvl="0" indent="0" algn="l" rtl="false">
              <a:spcBef>
                <a:spcPts val="1200"/>
              </a:spcBef>
              <a:spcAft>
                <a:spcPts val="1200"/>
              </a:spcAft>
              <a:buNone/>
            </a:pPr>
            <a:r>
              <a:rPr lang="en-GB"/>
              <a:t>I/O</a:t>
            </a:r>
            <a:r>
              <a:rPr lang="en-GB"/>
              <a:t>设备是存储和管理数据的关键器件</a:t>
            </a:r>
            <a:endParaRPr/>
          </a:p>
        </p:txBody>
      </p:sp>
      <p:pic>
        <p:nvPicPr>
          <p:cNvPr id="157" name="Google Shape;69;p15"/>
          <p:cNvPicPr/>
          <p:nvPr/>
        </p:nvPicPr>
        <p:blipFill>
          <a:blip r:embed="rId2">
            <a:alphaModFix/>
          </a:blip>
          <a:stretch>
            <a:fillRect/>
          </a:stretch>
        </p:blipFill>
        <p:spPr>
          <a:xfrm>
            <a:off x="4841400" y="1017713"/>
            <a:ext cx="3868151" cy="3254574"/>
          </a:xfrm>
          <a:prstGeom prst="rect">
            <a:avLst/>
          </a:prstGeom>
          <a:noFill/>
          <a:ln>
            <a:noFill/>
          </a:ln>
        </p:spPr>
      </p:pic>
      <p:sp>
        <p:nvSpPr>
          <p:cNvPr id="158" name="Google Shape;70;p15"/>
          <p:cNvSpPr txBox="true"/>
          <p:nvPr/>
        </p:nvSpPr>
        <p:spPr>
          <a:xfrm>
            <a:off x="349775" y="2893725"/>
            <a:ext cx="4348500" cy="1709100"/>
          </a:xfrm>
          <a:prstGeom prst="rect">
            <a:avLst/>
          </a:prstGeom>
          <a:noFill/>
          <a:ln>
            <a:noFill/>
          </a:ln>
        </p:spPr>
        <p:txBody>
          <a:bodyPr spcFirstLastPara="true" wrap="square" lIns="91425" tIns="91425" rIns="91425" bIns="91425" anchor="t" anchorCtr="false">
            <a:noAutofit/>
          </a:bodyPr>
          <a:lstStyle/>
          <a:p>
            <a:pPr marL="0" lvl="0" indent="0" algn="l" rtl="false">
              <a:spcBef>
                <a:spcPts val="0"/>
              </a:spcBef>
              <a:spcAft>
                <a:spcPts val="0"/>
              </a:spcAft>
              <a:buNone/>
            </a:pPr>
            <a:r>
              <a:rPr lang="en-GB" sz="1800" b="true">
                <a:solidFill>
                  <a:srgbClr val="FF0000"/>
                </a:solidFill>
              </a:rPr>
              <a:t>数据是信息技术的核心</a:t>
            </a:r>
            <a:endParaRPr sz="1800" b="true">
              <a:solidFill>
                <a:srgbClr val="FF0000"/>
              </a:solidFill>
            </a:endParaRPr>
          </a:p>
          <a:p>
            <a:pPr marL="0" lvl="0" indent="0" algn="l" rtl="false">
              <a:spcBef>
                <a:spcPts val="0"/>
              </a:spcBef>
              <a:spcAft>
                <a:spcPts val="0"/>
              </a:spcAft>
              <a:buNone/>
            </a:pPr>
            <a:r>
              <a:rPr lang="en-GB" sz="1800" b="true">
                <a:solidFill>
                  <a:srgbClr val="FF0000"/>
                </a:solidFill>
              </a:rPr>
              <a:t>数据库（广义）是一切计算机应用的基础</a:t>
            </a:r>
            <a:endParaRPr sz="1800" b="true">
              <a:solidFill>
                <a:srgbClr val="FF0000"/>
              </a:solidFill>
            </a:endParaRPr>
          </a:p>
        </p:txBody>
      </p:sp>
      <p:sp>
        <p:nvSpPr>
          <p:cNvPr id="159" name="Google Shape;71;p15"/>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60" name=""/>
        <p:cNvGrpSpPr/>
        <p:nvPr/>
      </p:nvGrpSpPr>
      <p:grpSpPr>
        <a:xfrm>
          <a:off x="0" y="0"/>
          <a:ext cx="0" cy="0"/>
          <a:chOff x="0" y="0"/>
          <a:chExt cx="0" cy="0"/>
        </a:xfrm>
      </p:grpSpPr>
      <p:sp>
        <p:nvSpPr>
          <p:cNvPr id="161" name="Google Shape;76;p16"/>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I/O</a:t>
            </a:r>
            <a:r>
              <a:rPr lang="en-GB"/>
              <a:t>设备</a:t>
            </a:r>
            <a:endParaRPr/>
          </a:p>
        </p:txBody>
      </p:sp>
      <p:sp>
        <p:nvSpPr>
          <p:cNvPr id="162" name="Google Shape;77;p16"/>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1200"/>
              </a:spcAft>
              <a:buNone/>
            </a:pPr>
            <a:r>
              <a:rPr lang="en-GB"/>
              <a:t>磁盘</a:t>
            </a:r>
            <a:endParaRPr/>
          </a:p>
        </p:txBody>
      </p:sp>
      <p:pic>
        <p:nvPicPr>
          <p:cNvPr id="163" name="Google Shape;78;p16"/>
          <p:cNvPicPr/>
          <p:nvPr/>
        </p:nvPicPr>
        <p:blipFill>
          <a:blip r:embed="rId2">
            <a:alphaModFix/>
          </a:blip>
          <a:stretch>
            <a:fillRect/>
          </a:stretch>
        </p:blipFill>
        <p:spPr>
          <a:xfrm>
            <a:off x="1578538" y="1203863"/>
            <a:ext cx="6734175" cy="3419475"/>
          </a:xfrm>
          <a:prstGeom prst="rect">
            <a:avLst/>
          </a:prstGeom>
          <a:noFill/>
          <a:ln>
            <a:noFill/>
          </a:ln>
        </p:spPr>
      </p:pic>
      <p:sp>
        <p:nvSpPr>
          <p:cNvPr id="164" name="Google Shape;79;p16"/>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65" name=""/>
        <p:cNvGrpSpPr/>
        <p:nvPr/>
      </p:nvGrpSpPr>
      <p:grpSpPr>
        <a:xfrm>
          <a:off x="0" y="0"/>
          <a:ext cx="0" cy="0"/>
          <a:chOff x="0" y="0"/>
          <a:chExt cx="0" cy="0"/>
        </a:xfrm>
      </p:grpSpPr>
      <p:sp>
        <p:nvSpPr>
          <p:cNvPr id="166" name="Google Shape;84;p17"/>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I/O设备</a:t>
            </a:r>
            <a:endParaRPr/>
          </a:p>
        </p:txBody>
      </p:sp>
      <p:sp>
        <p:nvSpPr>
          <p:cNvPr id="167" name="Google Shape;85;p17"/>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磁盘</a:t>
            </a:r>
            <a:r>
              <a:rPr lang="en-GB"/>
              <a:t>阵列（RAID）</a:t>
            </a:r>
            <a:endParaRPr/>
          </a:p>
          <a:p>
            <a:pPr marL="457200" lvl="0" indent="-342900" algn="l" rtl="false">
              <a:spcBef>
                <a:spcPts val="1200"/>
              </a:spcBef>
              <a:spcAft>
                <a:spcPts val="0"/>
              </a:spcAft>
              <a:buSzPts val="1800"/>
              <a:buChar char="➢"/>
            </a:pPr>
            <a:r>
              <a:rPr lang="en-GB"/>
              <a:t>1988 年美国加州大学伯克利分校的 D. A. Patterson教授等首次在论文 “A Case of Redundant Array of Inexpensive Disks” 中提出了 RAID 概念，即廉价冗余磁盘阵列（Redundant Array of Inexpensive Disks）</a:t>
            </a:r>
            <a:endParaRPr/>
          </a:p>
          <a:p>
            <a:pPr marL="457200" lvl="0" indent="-342900" algn="l" rtl="false">
              <a:spcBef>
                <a:spcPts val="0"/>
              </a:spcBef>
              <a:spcAft>
                <a:spcPts val="0"/>
              </a:spcAft>
              <a:buSzPts val="1800"/>
              <a:buChar char="➢"/>
            </a:pPr>
            <a:r>
              <a:rPr lang="en-GB"/>
              <a:t>后来RAID 咨询委员会决定用“独立”替代“廉价”，于时 RAID 变成了独立磁盘冗余阵列（Redundant Array of Independent Disks）</a:t>
            </a:r>
            <a:endParaRPr/>
          </a:p>
          <a:p>
            <a:pPr marL="0" lvl="0" indent="0" algn="l" rtl="false">
              <a:spcBef>
                <a:spcPts val="1200"/>
              </a:spcBef>
              <a:spcAft>
                <a:spcPts val="0"/>
              </a:spcAft>
              <a:buClr>
                <a:schemeClr val="dk1"/>
              </a:buClr>
              <a:buSzPts val="1100"/>
              <a:buFont typeface="Arial"/>
              <a:buNone/>
            </a:pPr>
            <a:endParaRPr/>
          </a:p>
          <a:p>
            <a:pPr marL="0" lvl="0" indent="0" algn="l" rtl="false">
              <a:spcBef>
                <a:spcPts val="1200"/>
              </a:spcBef>
              <a:spcAft>
                <a:spcPts val="1200"/>
              </a:spcAft>
              <a:buNone/>
            </a:pPr>
            <a:endParaRPr/>
          </a:p>
        </p:txBody>
      </p:sp>
      <p:pic>
        <p:nvPicPr>
          <p:cNvPr id="168" name="Google Shape;86;p17"/>
          <p:cNvPicPr/>
          <p:nvPr/>
        </p:nvPicPr>
        <p:blipFill>
          <a:blip r:embed="rId2">
            <a:alphaModFix/>
          </a:blip>
          <a:stretch>
            <a:fillRect/>
          </a:stretch>
        </p:blipFill>
        <p:spPr>
          <a:xfrm>
            <a:off x="1386950" y="3378300"/>
            <a:ext cx="3112650" cy="1630050"/>
          </a:xfrm>
          <a:prstGeom prst="rect">
            <a:avLst/>
          </a:prstGeom>
          <a:noFill/>
          <a:ln>
            <a:noFill/>
          </a:ln>
        </p:spPr>
      </p:pic>
      <p:sp>
        <p:nvSpPr>
          <p:cNvPr id="169" name="Google Shape;87;p17"/>
          <p:cNvSpPr txBox="true"/>
          <p:nvPr/>
        </p:nvSpPr>
        <p:spPr>
          <a:xfrm>
            <a:off x="4730125" y="3777675"/>
            <a:ext cx="3426300" cy="831300"/>
          </a:xfrm>
          <a:prstGeom prst="rect">
            <a:avLst/>
          </a:prstGeom>
          <a:noFill/>
          <a:ln>
            <a:noFill/>
          </a:ln>
        </p:spPr>
        <p:txBody>
          <a:bodyPr spcFirstLastPara="true" wrap="square" lIns="91425" tIns="91425" rIns="91425" bIns="91425" anchor="t" anchorCtr="false">
            <a:spAutoFit/>
          </a:bodyPr>
          <a:lstStyle/>
          <a:p>
            <a:pPr marL="0" lvl="0" indent="0" algn="l" rtl="false">
              <a:spcBef>
                <a:spcPts val="0"/>
              </a:spcBef>
              <a:spcAft>
                <a:spcPts val="0"/>
              </a:spcAft>
              <a:buNone/>
            </a:pPr>
            <a:r>
              <a:rPr lang="en-GB"/>
              <a:t>David  Patterson</a:t>
            </a:r>
            <a:r>
              <a:rPr lang="en-GB"/>
              <a:t>除了RAID外，还提出了RISC，并因此获得2017年图灵奖</a:t>
            </a:r>
            <a:endParaRPr/>
          </a:p>
          <a:p>
            <a:pPr marL="0" lvl="0" indent="0" algn="l" rtl="false">
              <a:spcBef>
                <a:spcPts val="0"/>
              </a:spcBef>
              <a:spcAft>
                <a:spcPts val="0"/>
              </a:spcAft>
              <a:buNone/>
            </a:pPr>
            <a:endParaRPr/>
          </a:p>
        </p:txBody>
      </p:sp>
      <p:sp>
        <p:nvSpPr>
          <p:cNvPr id="170" name="Google Shape;88;p17"/>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71" name=""/>
        <p:cNvGrpSpPr/>
        <p:nvPr/>
      </p:nvGrpSpPr>
      <p:grpSpPr>
        <a:xfrm>
          <a:off x="0" y="0"/>
          <a:ext cx="0" cy="0"/>
          <a:chOff x="0" y="0"/>
          <a:chExt cx="0" cy="0"/>
        </a:xfrm>
      </p:grpSpPr>
      <p:sp>
        <p:nvSpPr>
          <p:cNvPr id="172" name="Google Shape;93;p18"/>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I/O</a:t>
            </a:r>
            <a:r>
              <a:rPr lang="en-GB"/>
              <a:t>设备</a:t>
            </a:r>
            <a:endParaRPr/>
          </a:p>
        </p:txBody>
      </p:sp>
      <p:sp>
        <p:nvSpPr>
          <p:cNvPr id="173" name="Google Shape;94;p18"/>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1200"/>
              </a:spcAft>
              <a:buNone/>
            </a:pPr>
            <a:r>
              <a:rPr lang="en-GB"/>
              <a:t>闪存</a:t>
            </a:r>
            <a:endParaRPr/>
          </a:p>
        </p:txBody>
      </p:sp>
      <p:pic>
        <p:nvPicPr>
          <p:cNvPr id="174" name="Google Shape;95;p18"/>
          <p:cNvPicPr/>
          <p:nvPr/>
        </p:nvPicPr>
        <p:blipFill>
          <a:blip r:embed="rId2">
            <a:alphaModFix/>
          </a:blip>
          <a:stretch>
            <a:fillRect/>
          </a:stretch>
        </p:blipFill>
        <p:spPr>
          <a:xfrm>
            <a:off x="1766150" y="575725"/>
            <a:ext cx="6724650" cy="1819275"/>
          </a:xfrm>
          <a:prstGeom prst="rect">
            <a:avLst/>
          </a:prstGeom>
          <a:noFill/>
          <a:ln>
            <a:noFill/>
          </a:ln>
        </p:spPr>
      </p:pic>
      <p:pic>
        <p:nvPicPr>
          <p:cNvPr id="175" name="Google Shape;96;p18"/>
          <p:cNvPicPr/>
          <p:nvPr/>
        </p:nvPicPr>
        <p:blipFill>
          <a:blip r:embed="rId3">
            <a:alphaModFix/>
          </a:blip>
          <a:stretch>
            <a:fillRect/>
          </a:stretch>
        </p:blipFill>
        <p:spPr>
          <a:xfrm>
            <a:off x="2728750" y="3081638"/>
            <a:ext cx="3752850" cy="1781175"/>
          </a:xfrm>
          <a:prstGeom prst="rect">
            <a:avLst/>
          </a:prstGeom>
          <a:noFill/>
          <a:ln>
            <a:noFill/>
          </a:ln>
        </p:spPr>
      </p:pic>
      <p:sp>
        <p:nvSpPr>
          <p:cNvPr id="176" name="Google Shape;97;p18"/>
          <p:cNvSpPr/>
          <p:nvPr/>
        </p:nvSpPr>
        <p:spPr>
          <a:xfrm rot="2999071">
            <a:off x="3458081" y="2390678"/>
            <a:ext cx="712914" cy="572597"/>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true" wrap="square" lIns="91425" tIns="91425" rIns="91425" bIns="91425" anchor="ctr" anchorCtr="false">
            <a:noAutofit/>
          </a:bodyPr>
          <a:lstStyle/>
          <a:p>
            <a:pPr marL="0" lvl="0" indent="0" algn="ctr" rtl="false">
              <a:spcBef>
                <a:spcPts val="0"/>
              </a:spcBef>
              <a:spcAft>
                <a:spcPts val="0"/>
              </a:spcAft>
              <a:buNone/>
            </a:pPr>
            <a:endParaRPr/>
          </a:p>
        </p:txBody>
      </p:sp>
      <p:sp>
        <p:nvSpPr>
          <p:cNvPr id="177" name="Google Shape;98;p18"/>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78" name=""/>
        <p:cNvGrpSpPr/>
        <p:nvPr/>
      </p:nvGrpSpPr>
      <p:grpSpPr>
        <a:xfrm>
          <a:off x="0" y="0"/>
          <a:ext cx="0" cy="0"/>
          <a:chOff x="0" y="0"/>
          <a:chExt cx="0" cy="0"/>
        </a:xfrm>
      </p:grpSpPr>
      <p:sp>
        <p:nvSpPr>
          <p:cNvPr id="179" name="Google Shape;103;p19"/>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Clr>
                <a:schemeClr val="dk1"/>
              </a:buClr>
              <a:buSzPct val="39285"/>
              <a:buFont typeface="Arial"/>
              <a:buNone/>
            </a:pPr>
            <a:r>
              <a:rPr lang="en-GB"/>
              <a:t>I/O设备</a:t>
            </a:r>
            <a:endParaRPr/>
          </a:p>
        </p:txBody>
      </p:sp>
      <p:sp>
        <p:nvSpPr>
          <p:cNvPr id="180" name="Google Shape;104;p19"/>
          <p:cNvSpPr txBox="true"/>
          <p:nvPr>
            <p:ph type="body" idx="1"/>
          </p:nvPr>
        </p:nvSpPr>
        <p:spPr>
          <a:xfrm>
            <a:off x="311700" y="1152475"/>
            <a:ext cx="4855800" cy="3416400"/>
          </a:xfrm>
          <a:prstGeom prst="rect">
            <a:avLst/>
          </a:prstGeom>
        </p:spPr>
        <p:txBody>
          <a:bodyPr spcFirstLastPara="true" wrap="square" lIns="91425" tIns="91425" rIns="91425" bIns="91425" anchor="t" anchorCtr="false">
            <a:normAutofit fontScale="85000" lnSpcReduction="20000"/>
          </a:bodyPr>
          <a:lstStyle/>
          <a:p>
            <a:pPr marL="0" lvl="0" indent="0" algn="l" rtl="false">
              <a:spcBef>
                <a:spcPts val="0"/>
              </a:spcBef>
              <a:spcAft>
                <a:spcPts val="0"/>
              </a:spcAft>
              <a:buNone/>
            </a:pPr>
            <a:r>
              <a:rPr lang="en-GB" sz="2100"/>
              <a:t>闪存的分类</a:t>
            </a:r>
            <a:endParaRPr sz="2100"/>
          </a:p>
          <a:p>
            <a:pPr marL="457200" lvl="0" indent="-341947" algn="l" rtl="false">
              <a:spcBef>
                <a:spcPts val="1200"/>
              </a:spcBef>
              <a:spcAft>
                <a:spcPts val="0"/>
              </a:spcAft>
              <a:buSzPct val="100000"/>
              <a:buChar char="➢"/>
            </a:pPr>
            <a:r>
              <a:rPr lang="en-GB" sz="2100"/>
              <a:t>NOR Flash</a:t>
            </a:r>
            <a:endParaRPr sz="2100"/>
          </a:p>
          <a:p>
            <a:pPr marL="914400" lvl="1" indent="-320357" algn="l" rtl="false">
              <a:spcBef>
                <a:spcPts val="0"/>
              </a:spcBef>
              <a:spcAft>
                <a:spcPts val="0"/>
              </a:spcAft>
              <a:buSzPct val="100000"/>
              <a:buChar char="○"/>
            </a:pPr>
            <a:r>
              <a:rPr lang="en-GB" sz="1700"/>
              <a:t>以bit为基本访问单位；</a:t>
            </a:r>
            <a:endParaRPr sz="1700"/>
          </a:p>
          <a:p>
            <a:pPr marL="914400" lvl="1" indent="-320357" algn="l" rtl="false">
              <a:spcBef>
                <a:spcPts val="0"/>
              </a:spcBef>
              <a:spcAft>
                <a:spcPts val="0"/>
              </a:spcAft>
              <a:buSzPct val="100000"/>
              <a:buChar char="○"/>
            </a:pPr>
            <a:r>
              <a:rPr lang="en-GB" sz="1700"/>
              <a:t>读操作很快、写操作较慢、擦除操作很慢</a:t>
            </a:r>
            <a:endParaRPr sz="1700"/>
          </a:p>
          <a:p>
            <a:pPr marL="457200" lvl="0" indent="-341947" algn="l" rtl="false">
              <a:spcBef>
                <a:spcPts val="0"/>
              </a:spcBef>
              <a:spcAft>
                <a:spcPts val="0"/>
              </a:spcAft>
              <a:buSzPct val="100000"/>
              <a:buChar char="➢"/>
            </a:pPr>
            <a:r>
              <a:rPr lang="en-GB" sz="2100"/>
              <a:t>NAND Flash</a:t>
            </a:r>
            <a:endParaRPr sz="2100"/>
          </a:p>
          <a:p>
            <a:pPr marL="914400" lvl="1" indent="-320357" algn="l" rtl="false">
              <a:spcBef>
                <a:spcPts val="0"/>
              </a:spcBef>
              <a:spcAft>
                <a:spcPts val="0"/>
              </a:spcAft>
              <a:buSzPct val="100000"/>
              <a:buChar char="○"/>
            </a:pPr>
            <a:r>
              <a:rPr lang="en-GB" sz="1700"/>
              <a:t>NAND Flash是以页(若干KB)为单位进行读写操作，以块(几百KB或几MB)为单位进行擦除操；</a:t>
            </a:r>
            <a:endParaRPr sz="1700"/>
          </a:p>
          <a:p>
            <a:pPr marL="914400" lvl="1" indent="-320357" algn="l" rtl="false">
              <a:spcBef>
                <a:spcPts val="0"/>
              </a:spcBef>
              <a:spcAft>
                <a:spcPts val="0"/>
              </a:spcAft>
              <a:buSzPct val="100000"/>
              <a:buChar char="○"/>
            </a:pPr>
            <a:r>
              <a:rPr lang="en-GB" sz="1700"/>
              <a:t>NAND Flash的读操作相对NOR Flash慢，但写和擦除操作比NOR Flash块</a:t>
            </a:r>
            <a:endParaRPr sz="1700"/>
          </a:p>
          <a:p>
            <a:pPr marL="0" lvl="0" indent="0" algn="l" rtl="false">
              <a:spcBef>
                <a:spcPts val="1200"/>
              </a:spcBef>
              <a:spcAft>
                <a:spcPts val="0"/>
              </a:spcAft>
              <a:buClr>
                <a:schemeClr val="dk1"/>
              </a:buClr>
              <a:buSzPct val="61111"/>
              <a:buFont typeface="Arial"/>
              <a:buNone/>
            </a:pPr>
            <a:endParaRPr/>
          </a:p>
          <a:p>
            <a:pPr marL="0" lvl="0" indent="0" algn="l" rtl="false">
              <a:spcBef>
                <a:spcPts val="1200"/>
              </a:spcBef>
              <a:spcAft>
                <a:spcPts val="1200"/>
              </a:spcAft>
              <a:buNone/>
            </a:pPr>
            <a:endParaRPr/>
          </a:p>
        </p:txBody>
      </p:sp>
      <p:pic>
        <p:nvPicPr>
          <p:cNvPr id="181" name="Google Shape;105;p19"/>
          <p:cNvPicPr/>
          <p:nvPr/>
        </p:nvPicPr>
        <p:blipFill>
          <a:blip r:embed="rId2">
            <a:alphaModFix/>
          </a:blip>
          <a:stretch>
            <a:fillRect/>
          </a:stretch>
        </p:blipFill>
        <p:spPr>
          <a:xfrm>
            <a:off x="5204363" y="938363"/>
            <a:ext cx="3552825" cy="3457575"/>
          </a:xfrm>
          <a:prstGeom prst="rect">
            <a:avLst/>
          </a:prstGeom>
          <a:noFill/>
          <a:ln>
            <a:noFill/>
          </a:ln>
        </p:spPr>
      </p:pic>
      <p:sp>
        <p:nvSpPr>
          <p:cNvPr id="182" name="Google Shape;106;p19"/>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83" name=""/>
        <p:cNvGrpSpPr/>
        <p:nvPr/>
      </p:nvGrpSpPr>
      <p:grpSpPr>
        <a:xfrm>
          <a:off x="0" y="0"/>
          <a:ext cx="0" cy="0"/>
          <a:chOff x="0" y="0"/>
          <a:chExt cx="0" cy="0"/>
        </a:xfrm>
      </p:grpSpPr>
      <p:sp>
        <p:nvSpPr>
          <p:cNvPr id="184" name="Google Shape;111;p20"/>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I/O设备</a:t>
            </a:r>
            <a:endParaRPr/>
          </a:p>
        </p:txBody>
      </p:sp>
      <p:sp>
        <p:nvSpPr>
          <p:cNvPr id="185" name="Google Shape;112;p20"/>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1200"/>
              </a:spcAft>
              <a:buNone/>
            </a:pPr>
            <a:r>
              <a:rPr lang="en-GB"/>
              <a:t>Flash SSD的</a:t>
            </a:r>
            <a:r>
              <a:rPr lang="en-GB"/>
              <a:t>内部结构</a:t>
            </a:r>
            <a:endParaRPr/>
          </a:p>
        </p:txBody>
      </p:sp>
      <p:sp>
        <p:nvSpPr>
          <p:cNvPr id="186" name="Google Shape;113;p20"/>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87" name="Google Shape;114;p20"/>
          <p:cNvPicPr/>
          <p:nvPr/>
        </p:nvPicPr>
        <p:blipFill>
          <a:blip r:embed="rId2">
            <a:alphaModFix/>
          </a:blip>
          <a:stretch>
            <a:fillRect/>
          </a:stretch>
        </p:blipFill>
        <p:spPr>
          <a:xfrm>
            <a:off x="1389075" y="1752663"/>
            <a:ext cx="5905500" cy="3000375"/>
          </a:xfrm>
          <a:prstGeom prst="rect">
            <a:avLst/>
          </a:prstGeom>
          <a:noFill/>
          <a:ln>
            <a:no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4" name=""/>
        <p:cNvGrpSpPr/>
        <p:nvPr/>
      </p:nvGrpSpPr>
      <p:grpSpPr>
        <a:xfrm>
          <a:off x="0" y="0"/>
          <a:ext cx="0" cy="0"/>
          <a:chOff x="0" y="0"/>
          <a:chExt cx="0" cy="0"/>
        </a:xfrm>
      </p:grpSpPr>
      <p:sp>
        <p:nvSpPr>
          <p:cNvPr id="5" name="Google Shape;119;p21"/>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Clr>
                <a:schemeClr val="dk1"/>
              </a:buClr>
              <a:buSzPct val="39285"/>
              <a:buFont typeface="Arial"/>
              <a:buNone/>
            </a:pPr>
            <a:r>
              <a:rPr lang="en-GB"/>
              <a:t>I/O设备</a:t>
            </a:r>
            <a:endParaRPr/>
          </a:p>
        </p:txBody>
      </p:sp>
      <p:sp>
        <p:nvSpPr>
          <p:cNvPr id="6" name="Google Shape;120;p21"/>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1200"/>
              </a:spcAft>
              <a:buNone/>
            </a:pPr>
            <a:r>
              <a:rPr lang="en-GB"/>
              <a:t>Flash SSD </a:t>
            </a:r>
            <a:r>
              <a:rPr lang="en-GB"/>
              <a:t>controller有firmware，也叫叫FTL (Flash Translation Layer)</a:t>
            </a:r>
            <a:endParaRPr/>
          </a:p>
        </p:txBody>
      </p:sp>
      <p:sp>
        <p:nvSpPr>
          <p:cNvPr id="7" name="Google Shape;121;p21"/>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8" name="Google Shape;122;p21"/>
          <p:cNvPicPr/>
          <p:nvPr/>
        </p:nvPicPr>
        <p:blipFill>
          <a:blip r:embed="rId2">
            <a:alphaModFix/>
          </a:blip>
          <a:stretch>
            <a:fillRect/>
          </a:stretch>
        </p:blipFill>
        <p:spPr>
          <a:xfrm>
            <a:off x="1016950" y="1768988"/>
            <a:ext cx="6743700" cy="2676525"/>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9" name=""/>
        <p:cNvGrpSpPr/>
        <p:nvPr/>
      </p:nvGrpSpPr>
      <p:grpSpPr>
        <a:xfrm>
          <a:off x="0" y="0"/>
          <a:ext cx="0" cy="0"/>
          <a:chOff x="0" y="0"/>
          <a:chExt cx="0" cy="0"/>
        </a:xfrm>
      </p:grpSpPr>
      <p:sp>
        <p:nvSpPr>
          <p:cNvPr id="10" name="Google Shape;127;p22"/>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文件系统</a:t>
            </a:r>
            <a:endParaRPr/>
          </a:p>
        </p:txBody>
      </p:sp>
      <p:sp>
        <p:nvSpPr>
          <p:cNvPr id="11" name="Google Shape;128;p22"/>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1200"/>
              </a:spcAft>
              <a:buNone/>
            </a:pPr>
            <a:r>
              <a:rPr lang="en-GB"/>
              <a:t>OS</a:t>
            </a:r>
            <a:r>
              <a:rPr lang="en-GB"/>
              <a:t>在I/O</a:t>
            </a:r>
            <a:r>
              <a:rPr lang="en-GB"/>
              <a:t>设备上构建文件系统 (File System, FS) ，用来给应用程序提供存储数据的逻辑接口。</a:t>
            </a:r>
            <a:endParaRPr/>
          </a:p>
        </p:txBody>
      </p:sp>
      <p:sp>
        <p:nvSpPr>
          <p:cNvPr id="12" name="Google Shape;129;p22"/>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3" name="Google Shape;130;p22"/>
          <p:cNvPicPr/>
          <p:nvPr/>
        </p:nvPicPr>
        <p:blipFill>
          <a:blip r:embed="rId2">
            <a:alphaModFix/>
          </a:blip>
          <a:stretch>
            <a:fillRect/>
          </a:stretch>
        </p:blipFill>
        <p:spPr>
          <a:xfrm>
            <a:off x="1709775" y="1803200"/>
            <a:ext cx="6517651" cy="2972100"/>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4" name=""/>
        <p:cNvGrpSpPr/>
        <p:nvPr/>
      </p:nvGrpSpPr>
      <p:grpSpPr>
        <a:xfrm>
          <a:off x="0" y="0"/>
          <a:ext cx="0" cy="0"/>
          <a:chOff x="0" y="0"/>
          <a:chExt cx="0" cy="0"/>
        </a:xfrm>
      </p:grpSpPr>
      <p:sp>
        <p:nvSpPr>
          <p:cNvPr id="15" name="Google Shape;135;p23"/>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文件系统长什么样？</a:t>
            </a:r>
            <a:endParaRPr/>
          </a:p>
        </p:txBody>
      </p:sp>
      <p:sp>
        <p:nvSpPr>
          <p:cNvPr id="16" name="Google Shape;136;p23"/>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1200"/>
              </a:spcAft>
              <a:buNone/>
            </a:pPr>
            <a:r>
              <a:rPr lang="en-GB"/>
              <a:t>Linux中</a:t>
            </a:r>
            <a:r>
              <a:rPr lang="en-GB"/>
              <a:t>文件系统对用户提供一个文件目录树的视图</a:t>
            </a:r>
            <a:endParaRPr/>
          </a:p>
        </p:txBody>
      </p:sp>
      <p:sp>
        <p:nvSpPr>
          <p:cNvPr id="17" name="Google Shape;137;p23"/>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8" name="Google Shape;138;p23"/>
          <p:cNvPicPr/>
          <p:nvPr/>
        </p:nvPicPr>
        <p:blipFill>
          <a:blip r:embed="rId2">
            <a:alphaModFix/>
          </a:blip>
          <a:stretch>
            <a:fillRect/>
          </a:stretch>
        </p:blipFill>
        <p:spPr>
          <a:xfrm>
            <a:off x="2996850" y="1775547"/>
            <a:ext cx="2361100" cy="2958950"/>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p:cSld>
    <p:spTree>
      <p:nvGrpSpPr>
        <p:cNvPr id="19" name=""/>
        <p:cNvGrpSpPr/>
        <p:nvPr/>
      </p:nvGrpSpPr>
      <p:grpSpPr>
        <a:xfrm>
          <a:off x="0" y="0"/>
          <a:ext cx="0" cy="0"/>
          <a:chOff x="0" y="0"/>
          <a:chExt cx="0" cy="0"/>
        </a:xfrm>
      </p:grpSpPr>
      <p:sp>
        <p:nvSpPr>
          <p:cNvPr id="20" name="Google Shape;143;p24"/>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Clr>
                <a:schemeClr val="dk1"/>
              </a:buClr>
              <a:buSzPct val="39285"/>
              <a:buFont typeface="Arial"/>
              <a:buNone/>
            </a:pPr>
            <a:r>
              <a:rPr lang="en-GB"/>
              <a:t>文件系统长什么样？</a:t>
            </a:r>
            <a:endParaRPr/>
          </a:p>
        </p:txBody>
      </p:sp>
      <p:sp>
        <p:nvSpPr>
          <p:cNvPr id="21" name="Google Shape;144;p24"/>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用户可以通过文件浏览器等图形化工具浏览文件系统中的内容</a:t>
            </a:r>
            <a:endParaRPr/>
          </a:p>
          <a:p>
            <a:pPr marL="0" lvl="0" indent="0" algn="l" rtl="false">
              <a:spcBef>
                <a:spcPts val="1200"/>
              </a:spcBef>
              <a:spcAft>
                <a:spcPts val="0"/>
              </a:spcAft>
              <a:buNone/>
            </a:pPr>
            <a:endParaRPr/>
          </a:p>
          <a:p>
            <a:pPr marL="0" lvl="0" indent="0" algn="l" rtl="false">
              <a:spcBef>
                <a:spcPts val="1200"/>
              </a:spcBef>
              <a:spcAft>
                <a:spcPts val="0"/>
              </a:spcAft>
              <a:buNone/>
            </a:pPr>
            <a:r>
              <a:rPr lang="en-GB"/>
              <a:t>也可以通过mount、umount、cd、ls、mkdir、rm、mv等shell命令来访问文件系统</a:t>
            </a:r>
            <a:endParaRPr/>
          </a:p>
          <a:p>
            <a:pPr marL="0" lvl="0" indent="0" algn="l" rtl="false">
              <a:spcBef>
                <a:spcPts val="1200"/>
              </a:spcBef>
              <a:spcAft>
                <a:spcPts val="0"/>
              </a:spcAft>
              <a:buNone/>
            </a:pPr>
            <a:endParaRPr/>
          </a:p>
          <a:p>
            <a:pPr marL="0" lvl="0" indent="0" algn="l" rtl="false">
              <a:spcBef>
                <a:spcPts val="1200"/>
              </a:spcBef>
              <a:spcAft>
                <a:spcPts val="0"/>
              </a:spcAft>
              <a:buNone/>
            </a:pPr>
            <a:r>
              <a:rPr lang="en-GB"/>
              <a:t>还可以通过POSIX系统调用（或其他第三方库和语言）来访问文件系统</a:t>
            </a:r>
            <a:endParaRPr/>
          </a:p>
          <a:p>
            <a:pPr marL="0" lvl="0" indent="0" algn="l" rtl="false">
              <a:spcBef>
                <a:spcPts val="1200"/>
              </a:spcBef>
              <a:spcAft>
                <a:spcPts val="1200"/>
              </a:spcAft>
              <a:buNone/>
            </a:pPr>
            <a:r>
              <a:rPr lang="en-GB"/>
              <a:t>	open, close, create, read, write, pread, pwrite, seek…</a:t>
            </a:r>
            <a:endParaRPr/>
          </a:p>
        </p:txBody>
      </p:sp>
      <p:sp>
        <p:nvSpPr>
          <p:cNvPr id="22" name="Google Shape;145;p24"/>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p="http://schemas.openxmlformats.org/presentationml/2006/main">
  <p:cSld>
    <p:spTree>
      <p:nvGrpSpPr>
        <p:cNvPr id="23" name=""/>
        <p:cNvGrpSpPr/>
        <p:nvPr/>
      </p:nvGrpSpPr>
      <p:grpSpPr>
        <a:xfrm>
          <a:off x="0" y="0"/>
          <a:ext cx="0" cy="0"/>
          <a:chOff x="0" y="0"/>
          <a:chExt cx="0" cy="0"/>
        </a:xfrm>
      </p:grpSpPr>
      <p:sp>
        <p:nvSpPr>
          <p:cNvPr id="24" name="Google Shape;150;p25"/>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文件模型是否好用？</a:t>
            </a:r>
            <a:endParaRPr/>
          </a:p>
        </p:txBody>
      </p:sp>
      <p:sp>
        <p:nvSpPr>
          <p:cNvPr id="25" name="Google Shape;151;p25"/>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fontScale="85000"/>
          </a:bodyPr>
          <a:lstStyle/>
          <a:p>
            <a:pPr marL="0" lvl="0" indent="0" algn="l" rtl="false">
              <a:spcBef>
                <a:spcPts val="0"/>
              </a:spcBef>
              <a:spcAft>
                <a:spcPts val="0"/>
              </a:spcAft>
              <a:buNone/>
            </a:pPr>
            <a:r>
              <a:rPr lang="en-GB"/>
              <a:t>一个文件实际上就是：</a:t>
            </a:r>
            <a:endParaRPr/>
          </a:p>
          <a:p>
            <a:pPr marL="0" lvl="0" indent="0" algn="l" rtl="false">
              <a:spcBef>
                <a:spcPts val="1200"/>
              </a:spcBef>
              <a:spcAft>
                <a:spcPts val="0"/>
              </a:spcAft>
              <a:buNone/>
            </a:pPr>
            <a:r>
              <a:rPr lang="en-GB"/>
              <a:t>一个inode（元信息） + 一个字节数组（底层基于存储在文件系统中的一系列定长数据块）</a:t>
            </a:r>
            <a:endParaRPr/>
          </a:p>
          <a:p>
            <a:pPr marL="0" lvl="0" indent="0" algn="l" rtl="false">
              <a:spcBef>
                <a:spcPts val="1200"/>
              </a:spcBef>
              <a:spcAft>
                <a:spcPts val="0"/>
              </a:spcAft>
              <a:buNone/>
            </a:pPr>
            <a:endParaRPr/>
          </a:p>
          <a:p>
            <a:pPr marL="0" lvl="0" indent="0" algn="l" rtl="false">
              <a:spcBef>
                <a:spcPts val="1200"/>
              </a:spcBef>
              <a:spcAft>
                <a:spcPts val="0"/>
              </a:spcAft>
              <a:buNone/>
            </a:pPr>
            <a:r>
              <a:rPr lang="en-GB"/>
              <a:t>用户其实很难直接阅读和理解文件中的内容</a:t>
            </a:r>
            <a:endParaRPr/>
          </a:p>
          <a:p>
            <a:pPr marL="0" lvl="0" indent="0" algn="l" rtl="false">
              <a:spcBef>
                <a:spcPts val="1200"/>
              </a:spcBef>
              <a:spcAft>
                <a:spcPts val="0"/>
              </a:spcAft>
              <a:buNone/>
            </a:pPr>
            <a:r>
              <a:rPr lang="en-GB"/>
              <a:t>（除非是文本文件，如csv、json、xml等）</a:t>
            </a:r>
            <a:endParaRPr/>
          </a:p>
          <a:p>
            <a:pPr marL="0" lvl="0" indent="0" algn="l" rtl="false">
              <a:spcBef>
                <a:spcPts val="1200"/>
              </a:spcBef>
              <a:spcAft>
                <a:spcPts val="0"/>
              </a:spcAft>
              <a:buNone/>
            </a:pPr>
            <a:endParaRPr/>
          </a:p>
          <a:p>
            <a:pPr marL="0" lvl="0" indent="0" algn="l" rtl="false">
              <a:spcBef>
                <a:spcPts val="1200"/>
              </a:spcBef>
              <a:spcAft>
                <a:spcPts val="0"/>
              </a:spcAft>
              <a:buNone/>
            </a:pPr>
            <a:r>
              <a:rPr lang="en-GB"/>
              <a:t>通常，数据的用户都需要借助某种软件来以某种格式管理文件中的数据内容</a:t>
            </a:r>
            <a:endParaRPr/>
          </a:p>
          <a:p>
            <a:pPr marL="0" lvl="0" indent="0" algn="l" rtl="false">
              <a:spcBef>
                <a:spcPts val="1200"/>
              </a:spcBef>
              <a:spcAft>
                <a:spcPts val="1200"/>
              </a:spcAft>
              <a:buNone/>
            </a:pPr>
            <a:r>
              <a:rPr lang="en-GB"/>
              <a:t>例如：excel、word、pdf、mp3、avi、jpg…</a:t>
            </a:r>
            <a:endParaRPr/>
          </a:p>
        </p:txBody>
      </p:sp>
      <p:sp>
        <p:nvSpPr>
          <p:cNvPr id="26" name="Google Shape;152;p25"/>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27" name=""/>
        <p:cNvGrpSpPr/>
        <p:nvPr/>
      </p:nvGrpSpPr>
      <p:grpSpPr>
        <a:xfrm>
          <a:off x="0" y="0"/>
          <a:ext cx="0" cy="0"/>
          <a:chOff x="0" y="0"/>
          <a:chExt cx="0" cy="0"/>
        </a:xfrm>
      </p:grpSpPr>
      <p:sp>
        <p:nvSpPr>
          <p:cNvPr id="28" name="Google Shape;157;p26"/>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数据库管理系统</a:t>
            </a:r>
            <a:endParaRPr/>
          </a:p>
        </p:txBody>
      </p:sp>
      <p:sp>
        <p:nvSpPr>
          <p:cNvPr id="29" name="Google Shape;158;p26"/>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更进一步，有些软件被设计以在一组文件上，以某种格式，高效地管理大量的数据，并高效处理用户对数据的大量、复杂的访问请求</a:t>
            </a:r>
            <a:endParaRPr/>
          </a:p>
          <a:p>
            <a:pPr marL="0" lvl="0" indent="0" algn="l" rtl="false">
              <a:spcBef>
                <a:spcPts val="1200"/>
              </a:spcBef>
              <a:spcAft>
                <a:spcPts val="0"/>
              </a:spcAft>
              <a:buNone/>
            </a:pPr>
            <a:r>
              <a:rPr lang="en-GB"/>
              <a:t>（并不是简单地保存、打开、浏览和编辑少量的数据）</a:t>
            </a:r>
            <a:endParaRPr/>
          </a:p>
          <a:p>
            <a:pPr marL="0" lvl="0" indent="0" algn="l" rtl="false">
              <a:spcBef>
                <a:spcPts val="1200"/>
              </a:spcBef>
              <a:spcAft>
                <a:spcPts val="0"/>
              </a:spcAft>
              <a:buNone/>
            </a:pPr>
            <a:endParaRPr/>
          </a:p>
          <a:p>
            <a:pPr marL="0" lvl="0" indent="0" algn="l" rtl="false">
              <a:spcBef>
                <a:spcPts val="1200"/>
              </a:spcBef>
              <a:spcAft>
                <a:spcPts val="1200"/>
              </a:spcAft>
              <a:buNone/>
            </a:pPr>
            <a:r>
              <a:rPr lang="en-GB"/>
              <a:t>这种软件就叫做数据库管理系统（Database Management System, DBMS），经常简称数据库（Databases）</a:t>
            </a:r>
            <a:endParaRPr/>
          </a:p>
        </p:txBody>
      </p:sp>
      <p:sp>
        <p:nvSpPr>
          <p:cNvPr id="30" name="Google Shape;159;p26"/>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p="http://schemas.openxmlformats.org/presentationml/2006/main">
  <p:cSld>
    <p:spTree>
      <p:nvGrpSpPr>
        <p:cNvPr id="31" name=""/>
        <p:cNvGrpSpPr/>
        <p:nvPr/>
      </p:nvGrpSpPr>
      <p:grpSpPr>
        <a:xfrm>
          <a:off x="0" y="0"/>
          <a:ext cx="0" cy="0"/>
          <a:chOff x="0" y="0"/>
          <a:chExt cx="0" cy="0"/>
        </a:xfrm>
      </p:grpSpPr>
      <p:sp>
        <p:nvSpPr>
          <p:cNvPr id="32" name="Google Shape;164;p27"/>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数据库的分类</a:t>
            </a:r>
            <a:endParaRPr/>
          </a:p>
        </p:txBody>
      </p:sp>
      <p:sp>
        <p:nvSpPr>
          <p:cNvPr id="33" name="Google Shape;165;p27"/>
          <p:cNvSpPr txBox="true"/>
          <p:nvPr>
            <p:ph type="body" idx="1"/>
          </p:nvPr>
        </p:nvSpPr>
        <p:spPr>
          <a:xfrm>
            <a:off x="311700" y="1152475"/>
            <a:ext cx="8520600" cy="37938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根据应用场景：</a:t>
            </a:r>
            <a:endParaRPr/>
          </a:p>
          <a:p>
            <a:pPr marL="457200" lvl="0" indent="-342900" algn="l" rtl="false">
              <a:spcBef>
                <a:spcPts val="1200"/>
              </a:spcBef>
              <a:spcAft>
                <a:spcPts val="0"/>
              </a:spcAft>
              <a:buSzPts val="1800"/>
              <a:buChar char="➢"/>
            </a:pPr>
            <a:r>
              <a:rPr lang="en-GB"/>
              <a:t>事务型数据库，也叫OLTP(Online Transactional Processing)数据库，简称TP数据库</a:t>
            </a:r>
            <a:endParaRPr/>
          </a:p>
          <a:p>
            <a:pPr marL="457200" lvl="0" indent="-342900" algn="l" rtl="false">
              <a:spcBef>
                <a:spcPts val="0"/>
              </a:spcBef>
              <a:spcAft>
                <a:spcPts val="0"/>
              </a:spcAft>
              <a:buSzPts val="1800"/>
              <a:buChar char="➢"/>
            </a:pPr>
            <a:r>
              <a:rPr lang="en-GB"/>
              <a:t>分析型数据库，也叫OLAP(Online Analytical Processing)数据库或数据仓库(Data Warehouse)，简称AP数据库或数仓</a:t>
            </a:r>
            <a:endParaRPr/>
          </a:p>
          <a:p>
            <a:pPr marL="457200" lvl="0" indent="-342900" algn="l" rtl="false">
              <a:spcBef>
                <a:spcPts val="0"/>
              </a:spcBef>
              <a:spcAft>
                <a:spcPts val="0"/>
              </a:spcAft>
              <a:buSzPts val="1800"/>
              <a:buChar char="➢"/>
            </a:pPr>
            <a:r>
              <a:rPr lang="en-GB"/>
              <a:t>HTAP (Hybrid transactional / analytical processing) 数据库</a:t>
            </a:r>
            <a:endParaRPr/>
          </a:p>
          <a:p>
            <a:pPr marL="457200" lvl="0" indent="-342900" algn="l" rtl="false">
              <a:spcBef>
                <a:spcPts val="0"/>
              </a:spcBef>
              <a:spcAft>
                <a:spcPts val="0"/>
              </a:spcAft>
              <a:buSzPts val="1800"/>
              <a:buChar char="➢"/>
            </a:pPr>
            <a:r>
              <a:rPr lang="en-GB"/>
              <a:t>流式数据库 (Streaming Database)</a:t>
            </a:r>
            <a:endParaRPr/>
          </a:p>
          <a:p>
            <a:pPr marL="457200" lvl="0" indent="-342900" algn="l" rtl="false">
              <a:spcBef>
                <a:spcPts val="0"/>
              </a:spcBef>
              <a:spcAft>
                <a:spcPts val="0"/>
              </a:spcAft>
              <a:buSzPts val="1800"/>
              <a:buChar char="➢"/>
            </a:pPr>
            <a:r>
              <a:rPr lang="en-GB"/>
              <a:t>时序数据库 (Time Series Database)</a:t>
            </a:r>
            <a:endParaRPr/>
          </a:p>
          <a:p>
            <a:pPr marL="457200" lvl="0" indent="-330200" algn="l" rtl="false">
              <a:spcBef>
                <a:spcPts val="0"/>
              </a:spcBef>
              <a:spcAft>
                <a:spcPts val="0"/>
              </a:spcAft>
              <a:buSzPts val="1600"/>
              <a:buChar char="➢"/>
            </a:pPr>
            <a:r>
              <a:rPr lang="en-GB" sz="1600"/>
              <a:t>…</a:t>
            </a:r>
            <a:endParaRPr sz="1600"/>
          </a:p>
        </p:txBody>
      </p:sp>
      <p:sp>
        <p:nvSpPr>
          <p:cNvPr id="34" name="Google Shape;166;p27"/>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35" name=""/>
        <p:cNvGrpSpPr/>
        <p:nvPr/>
      </p:nvGrpSpPr>
      <p:grpSpPr>
        <a:xfrm>
          <a:off x="0" y="0"/>
          <a:ext cx="0" cy="0"/>
          <a:chOff x="0" y="0"/>
          <a:chExt cx="0" cy="0"/>
        </a:xfrm>
      </p:grpSpPr>
      <p:sp>
        <p:nvSpPr>
          <p:cNvPr id="36" name="Google Shape;171;p28"/>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数据库的分类</a:t>
            </a:r>
            <a:endParaRPr/>
          </a:p>
        </p:txBody>
      </p:sp>
      <p:sp>
        <p:nvSpPr>
          <p:cNvPr id="37" name="Google Shape;172;p28"/>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OLTP</a:t>
            </a:r>
            <a:r>
              <a:rPr lang="en-GB"/>
              <a:t>数据库：</a:t>
            </a:r>
            <a:endParaRPr/>
          </a:p>
          <a:p>
            <a:pPr marL="0" lvl="0" indent="0" algn="l" rtl="false">
              <a:spcBef>
                <a:spcPts val="1200"/>
              </a:spcBef>
              <a:spcAft>
                <a:spcPts val="0"/>
              </a:spcAft>
              <a:buNone/>
            </a:pPr>
            <a:endParaRPr/>
          </a:p>
          <a:p>
            <a:pPr marL="0" lvl="0" indent="0" algn="l" rtl="false">
              <a:spcBef>
                <a:spcPts val="1200"/>
              </a:spcBef>
              <a:spcAft>
                <a:spcPts val="0"/>
              </a:spcAft>
              <a:buNone/>
            </a:pPr>
            <a:endParaRPr/>
          </a:p>
          <a:p>
            <a:pPr marL="0" lvl="0" indent="0" algn="l" rtl="false">
              <a:spcBef>
                <a:spcPts val="1200"/>
              </a:spcBef>
              <a:spcAft>
                <a:spcPts val="0"/>
              </a:spcAft>
              <a:buNone/>
            </a:pPr>
            <a:endParaRPr/>
          </a:p>
          <a:p>
            <a:pPr marL="0" lvl="0" indent="0" algn="l" rtl="false">
              <a:spcBef>
                <a:spcPts val="1200"/>
              </a:spcBef>
              <a:spcAft>
                <a:spcPts val="1200"/>
              </a:spcAft>
              <a:buNone/>
            </a:pPr>
            <a:r>
              <a:rPr lang="en-GB"/>
              <a:t>OLAP数据库：</a:t>
            </a:r>
            <a:endParaRPr/>
          </a:p>
        </p:txBody>
      </p:sp>
      <p:sp>
        <p:nvSpPr>
          <p:cNvPr id="38" name="Google Shape;173;p28"/>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39" name="Google Shape;174;p28"/>
          <p:cNvPicPr/>
          <p:nvPr/>
        </p:nvPicPr>
        <p:blipFill>
          <a:blip r:embed="rId2">
            <a:alphaModFix/>
          </a:blip>
          <a:stretch>
            <a:fillRect/>
          </a:stretch>
        </p:blipFill>
        <p:spPr>
          <a:xfrm>
            <a:off x="2908997" y="1246797"/>
            <a:ext cx="1109226" cy="572700"/>
          </a:xfrm>
          <a:prstGeom prst="rect">
            <a:avLst/>
          </a:prstGeom>
          <a:noFill/>
          <a:ln>
            <a:noFill/>
          </a:ln>
        </p:spPr>
      </p:pic>
      <p:pic>
        <p:nvPicPr>
          <p:cNvPr id="40" name="Google Shape;175;p28"/>
          <p:cNvPicPr/>
          <p:nvPr/>
        </p:nvPicPr>
        <p:blipFill>
          <a:blip r:embed="rId3">
            <a:alphaModFix/>
          </a:blip>
          <a:stretch>
            <a:fillRect/>
          </a:stretch>
        </p:blipFill>
        <p:spPr>
          <a:xfrm>
            <a:off x="2863875" y="2007275"/>
            <a:ext cx="1462469" cy="671300"/>
          </a:xfrm>
          <a:prstGeom prst="rect">
            <a:avLst/>
          </a:prstGeom>
          <a:noFill/>
          <a:ln>
            <a:noFill/>
          </a:ln>
        </p:spPr>
      </p:pic>
      <p:pic>
        <p:nvPicPr>
          <p:cNvPr id="41" name="Google Shape;176;p28"/>
          <p:cNvPicPr/>
          <p:nvPr/>
        </p:nvPicPr>
        <p:blipFill>
          <a:blip r:embed="rId4">
            <a:alphaModFix/>
          </a:blip>
          <a:stretch>
            <a:fillRect/>
          </a:stretch>
        </p:blipFill>
        <p:spPr>
          <a:xfrm>
            <a:off x="4572000" y="2146125"/>
            <a:ext cx="1312000" cy="393600"/>
          </a:xfrm>
          <a:prstGeom prst="rect">
            <a:avLst/>
          </a:prstGeom>
          <a:noFill/>
          <a:ln>
            <a:noFill/>
          </a:ln>
        </p:spPr>
      </p:pic>
      <p:pic>
        <p:nvPicPr>
          <p:cNvPr id="42" name="Google Shape;177;p28"/>
          <p:cNvPicPr/>
          <p:nvPr/>
        </p:nvPicPr>
        <p:blipFill>
          <a:blip r:embed="rId5">
            <a:alphaModFix/>
          </a:blip>
          <a:stretch>
            <a:fillRect/>
          </a:stretch>
        </p:blipFill>
        <p:spPr>
          <a:xfrm>
            <a:off x="175225" y="1246788"/>
            <a:ext cx="1462475" cy="760487"/>
          </a:xfrm>
          <a:prstGeom prst="rect">
            <a:avLst/>
          </a:prstGeom>
          <a:noFill/>
          <a:ln>
            <a:noFill/>
          </a:ln>
        </p:spPr>
      </p:pic>
      <p:pic>
        <p:nvPicPr>
          <p:cNvPr id="43" name="Google Shape;178;p28"/>
          <p:cNvPicPr/>
          <p:nvPr/>
        </p:nvPicPr>
        <p:blipFill>
          <a:blip r:embed="rId6">
            <a:alphaModFix/>
          </a:blip>
          <a:stretch>
            <a:fillRect/>
          </a:stretch>
        </p:blipFill>
        <p:spPr>
          <a:xfrm>
            <a:off x="348444" y="1962688"/>
            <a:ext cx="760475" cy="760475"/>
          </a:xfrm>
          <a:prstGeom prst="rect">
            <a:avLst/>
          </a:prstGeom>
          <a:noFill/>
          <a:ln>
            <a:noFill/>
          </a:ln>
        </p:spPr>
      </p:pic>
      <p:pic>
        <p:nvPicPr>
          <p:cNvPr id="44" name="Google Shape;179;p28"/>
          <p:cNvPicPr/>
          <p:nvPr/>
        </p:nvPicPr>
        <p:blipFill>
          <a:blip r:embed="rId7">
            <a:alphaModFix/>
          </a:blip>
          <a:stretch>
            <a:fillRect/>
          </a:stretch>
        </p:blipFill>
        <p:spPr>
          <a:xfrm>
            <a:off x="4173175" y="1385129"/>
            <a:ext cx="2020474" cy="393600"/>
          </a:xfrm>
          <a:prstGeom prst="rect">
            <a:avLst/>
          </a:prstGeom>
          <a:noFill/>
          <a:ln>
            <a:noFill/>
          </a:ln>
        </p:spPr>
      </p:pic>
      <p:pic>
        <p:nvPicPr>
          <p:cNvPr id="45" name="Google Shape;180;p28"/>
          <p:cNvPicPr/>
          <p:nvPr/>
        </p:nvPicPr>
        <p:blipFill>
          <a:blip r:embed="rId8">
            <a:alphaModFix/>
          </a:blip>
          <a:stretch>
            <a:fillRect/>
          </a:stretch>
        </p:blipFill>
        <p:spPr>
          <a:xfrm>
            <a:off x="6421650" y="1215224"/>
            <a:ext cx="1312000" cy="635851"/>
          </a:xfrm>
          <a:prstGeom prst="rect">
            <a:avLst/>
          </a:prstGeom>
          <a:noFill/>
          <a:ln>
            <a:noFill/>
          </a:ln>
        </p:spPr>
      </p:pic>
      <p:pic>
        <p:nvPicPr>
          <p:cNvPr id="46" name="Google Shape;181;p28"/>
          <p:cNvPicPr/>
          <p:nvPr/>
        </p:nvPicPr>
        <p:blipFill>
          <a:blip r:embed="rId9">
            <a:alphaModFix/>
          </a:blip>
          <a:stretch>
            <a:fillRect/>
          </a:stretch>
        </p:blipFill>
        <p:spPr>
          <a:xfrm>
            <a:off x="1108925" y="1710355"/>
            <a:ext cx="1932278" cy="572700"/>
          </a:xfrm>
          <a:prstGeom prst="rect">
            <a:avLst/>
          </a:prstGeom>
          <a:noFill/>
          <a:ln>
            <a:noFill/>
          </a:ln>
        </p:spPr>
      </p:pic>
      <p:pic>
        <p:nvPicPr>
          <p:cNvPr id="47" name="Google Shape;182;p28"/>
          <p:cNvPicPr/>
          <p:nvPr/>
        </p:nvPicPr>
        <p:blipFill>
          <a:blip r:embed="rId10">
            <a:alphaModFix/>
          </a:blip>
          <a:stretch>
            <a:fillRect/>
          </a:stretch>
        </p:blipFill>
        <p:spPr>
          <a:xfrm>
            <a:off x="7650175" y="1992996"/>
            <a:ext cx="1342617" cy="671299"/>
          </a:xfrm>
          <a:prstGeom prst="rect">
            <a:avLst/>
          </a:prstGeom>
          <a:noFill/>
          <a:ln>
            <a:noFill/>
          </a:ln>
        </p:spPr>
      </p:pic>
      <p:pic>
        <p:nvPicPr>
          <p:cNvPr id="48" name="Google Shape;183;p28"/>
          <p:cNvPicPr/>
          <p:nvPr/>
        </p:nvPicPr>
        <p:blipFill>
          <a:blip r:embed="rId11">
            <a:alphaModFix/>
          </a:blip>
          <a:stretch>
            <a:fillRect/>
          </a:stretch>
        </p:blipFill>
        <p:spPr>
          <a:xfrm>
            <a:off x="6338175" y="2020432"/>
            <a:ext cx="1311999" cy="558669"/>
          </a:xfrm>
          <a:prstGeom prst="rect">
            <a:avLst/>
          </a:prstGeom>
          <a:noFill/>
          <a:ln>
            <a:noFill/>
          </a:ln>
        </p:spPr>
      </p:pic>
      <p:pic>
        <p:nvPicPr>
          <p:cNvPr id="49" name="Google Shape;184;p28"/>
          <p:cNvPicPr/>
          <p:nvPr/>
        </p:nvPicPr>
        <p:blipFill>
          <a:blip r:embed="rId12">
            <a:alphaModFix/>
          </a:blip>
          <a:stretch>
            <a:fillRect/>
          </a:stretch>
        </p:blipFill>
        <p:spPr>
          <a:xfrm>
            <a:off x="282730" y="3480000"/>
            <a:ext cx="1550572" cy="811625"/>
          </a:xfrm>
          <a:prstGeom prst="rect">
            <a:avLst/>
          </a:prstGeom>
          <a:noFill/>
          <a:ln>
            <a:noFill/>
          </a:ln>
        </p:spPr>
      </p:pic>
      <p:pic>
        <p:nvPicPr>
          <p:cNvPr id="50" name="Google Shape;185;p28"/>
          <p:cNvPicPr/>
          <p:nvPr/>
        </p:nvPicPr>
        <p:blipFill>
          <a:blip r:embed="rId13">
            <a:alphaModFix/>
          </a:blip>
          <a:stretch>
            <a:fillRect/>
          </a:stretch>
        </p:blipFill>
        <p:spPr>
          <a:xfrm>
            <a:off x="1862525" y="3428850"/>
            <a:ext cx="1641093" cy="862775"/>
          </a:xfrm>
          <a:prstGeom prst="rect">
            <a:avLst/>
          </a:prstGeom>
          <a:noFill/>
          <a:ln>
            <a:noFill/>
          </a:ln>
        </p:spPr>
      </p:pic>
      <p:pic>
        <p:nvPicPr>
          <p:cNvPr id="51" name="Google Shape;186;p28"/>
          <p:cNvPicPr/>
          <p:nvPr/>
        </p:nvPicPr>
        <p:blipFill>
          <a:blip r:embed="rId14">
            <a:alphaModFix/>
          </a:blip>
          <a:stretch>
            <a:fillRect/>
          </a:stretch>
        </p:blipFill>
        <p:spPr>
          <a:xfrm>
            <a:off x="3718700" y="3698475"/>
            <a:ext cx="1388274" cy="725375"/>
          </a:xfrm>
          <a:prstGeom prst="rect">
            <a:avLst/>
          </a:prstGeom>
          <a:noFill/>
          <a:ln>
            <a:noFill/>
          </a:ln>
        </p:spPr>
      </p:pic>
      <p:pic>
        <p:nvPicPr>
          <p:cNvPr id="52" name="Google Shape;187;p28"/>
          <p:cNvPicPr/>
          <p:nvPr/>
        </p:nvPicPr>
        <p:blipFill>
          <a:blip r:embed="rId15">
            <a:alphaModFix/>
          </a:blip>
          <a:stretch>
            <a:fillRect/>
          </a:stretch>
        </p:blipFill>
        <p:spPr>
          <a:xfrm>
            <a:off x="3817113" y="4265763"/>
            <a:ext cx="1191438" cy="760475"/>
          </a:xfrm>
          <a:prstGeom prst="rect">
            <a:avLst/>
          </a:prstGeom>
          <a:noFill/>
          <a:ln>
            <a:noFill/>
          </a:ln>
        </p:spPr>
      </p:pic>
      <p:pic>
        <p:nvPicPr>
          <p:cNvPr id="53" name="Google Shape;188;p28"/>
          <p:cNvPicPr/>
          <p:nvPr/>
        </p:nvPicPr>
        <p:blipFill>
          <a:blip r:embed="rId16">
            <a:alphaModFix/>
          </a:blip>
          <a:stretch>
            <a:fillRect/>
          </a:stretch>
        </p:blipFill>
        <p:spPr>
          <a:xfrm>
            <a:off x="427875" y="4221635"/>
            <a:ext cx="1219581" cy="393600"/>
          </a:xfrm>
          <a:prstGeom prst="rect">
            <a:avLst/>
          </a:prstGeom>
          <a:noFill/>
          <a:ln>
            <a:noFill/>
          </a:ln>
        </p:spPr>
      </p:pic>
      <p:pic>
        <p:nvPicPr>
          <p:cNvPr id="54" name="Google Shape;189;p28"/>
          <p:cNvPicPr/>
          <p:nvPr/>
        </p:nvPicPr>
        <p:blipFill>
          <a:blip r:embed="rId17">
            <a:alphaModFix/>
          </a:blip>
          <a:stretch>
            <a:fillRect/>
          </a:stretch>
        </p:blipFill>
        <p:spPr>
          <a:xfrm>
            <a:off x="2027075" y="4090425"/>
            <a:ext cx="1312000" cy="656000"/>
          </a:xfrm>
          <a:prstGeom prst="rect">
            <a:avLst/>
          </a:prstGeom>
          <a:noFill/>
          <a:ln>
            <a:noFill/>
          </a:ln>
        </p:spPr>
      </p:pic>
      <p:pic>
        <p:nvPicPr>
          <p:cNvPr id="55" name="Google Shape;190;p28"/>
          <p:cNvPicPr/>
          <p:nvPr/>
        </p:nvPicPr>
        <p:blipFill>
          <a:blip r:embed="rId18">
            <a:alphaModFix/>
          </a:blip>
          <a:stretch>
            <a:fillRect/>
          </a:stretch>
        </p:blipFill>
        <p:spPr>
          <a:xfrm>
            <a:off x="5386024" y="3621879"/>
            <a:ext cx="1781251" cy="476725"/>
          </a:xfrm>
          <a:prstGeom prst="rect">
            <a:avLst/>
          </a:prstGeom>
          <a:noFill/>
          <a:ln>
            <a:noFill/>
          </a:ln>
        </p:spPr>
      </p:pic>
      <p:pic>
        <p:nvPicPr>
          <p:cNvPr id="56" name="Google Shape;191;p28"/>
          <p:cNvPicPr/>
          <p:nvPr/>
        </p:nvPicPr>
        <p:blipFill>
          <a:blip r:embed="rId19">
            <a:alphaModFix/>
          </a:blip>
          <a:stretch>
            <a:fillRect/>
          </a:stretch>
        </p:blipFill>
        <p:spPr>
          <a:xfrm>
            <a:off x="5322050" y="4192976"/>
            <a:ext cx="1883383" cy="393600"/>
          </a:xfrm>
          <a:prstGeom prst="rect">
            <a:avLst/>
          </a:prstGeom>
          <a:noFill/>
          <a:ln>
            <a:noFill/>
          </a:ln>
        </p:spPr>
      </p:pic>
      <p:pic>
        <p:nvPicPr>
          <p:cNvPr id="57" name="Google Shape;192;p28"/>
          <p:cNvPicPr/>
          <p:nvPr/>
        </p:nvPicPr>
        <p:blipFill>
          <a:blip r:embed="rId20">
            <a:alphaModFix/>
          </a:blip>
          <a:stretch>
            <a:fillRect/>
          </a:stretch>
        </p:blipFill>
        <p:spPr>
          <a:xfrm>
            <a:off x="3681600" y="3513570"/>
            <a:ext cx="1462473" cy="283655"/>
          </a:xfrm>
          <a:prstGeom prst="rect">
            <a:avLst/>
          </a:prstGeom>
          <a:noFill/>
          <a:ln>
            <a:noFill/>
          </a:ln>
        </p:spPr>
      </p:pic>
      <p:pic>
        <p:nvPicPr>
          <p:cNvPr id="58" name="Google Shape;193;p28"/>
          <p:cNvPicPr/>
          <p:nvPr/>
        </p:nvPicPr>
        <p:blipFill>
          <a:blip r:embed="rId21">
            <a:alphaModFix/>
          </a:blip>
          <a:stretch>
            <a:fillRect/>
          </a:stretch>
        </p:blipFill>
        <p:spPr>
          <a:xfrm>
            <a:off x="3803051" y="2949562"/>
            <a:ext cx="1219574" cy="514415"/>
          </a:xfrm>
          <a:prstGeom prst="rect">
            <a:avLst/>
          </a:prstGeom>
          <a:noFill/>
          <a:ln>
            <a:noFill/>
          </a:ln>
        </p:spPr>
      </p:pic>
      <p:pic>
        <p:nvPicPr>
          <p:cNvPr id="59" name="Google Shape;194;p28"/>
          <p:cNvPicPr/>
          <p:nvPr/>
        </p:nvPicPr>
        <p:blipFill>
          <a:blip r:embed="rId22">
            <a:alphaModFix/>
          </a:blip>
          <a:stretch>
            <a:fillRect/>
          </a:stretch>
        </p:blipFill>
        <p:spPr>
          <a:xfrm>
            <a:off x="7239900" y="3639555"/>
            <a:ext cx="1781251" cy="441358"/>
          </a:xfrm>
          <a:prstGeom prst="rect">
            <a:avLst/>
          </a:prstGeom>
          <a:noFill/>
          <a:ln>
            <a:noFill/>
          </a:ln>
        </p:spPr>
      </p:pic>
      <p:pic>
        <p:nvPicPr>
          <p:cNvPr id="60" name="Google Shape;195;p28"/>
          <p:cNvPicPr/>
          <p:nvPr/>
        </p:nvPicPr>
        <p:blipFill>
          <a:blip r:embed="rId23">
            <a:alphaModFix/>
          </a:blip>
          <a:stretch>
            <a:fillRect/>
          </a:stretch>
        </p:blipFill>
        <p:spPr>
          <a:xfrm>
            <a:off x="7808075" y="1210658"/>
            <a:ext cx="1109225" cy="832767"/>
          </a:xfrm>
          <a:prstGeom prst="rect">
            <a:avLst/>
          </a:prstGeom>
          <a:noFill/>
          <a:ln>
            <a:no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61" name=""/>
        <p:cNvGrpSpPr/>
        <p:nvPr/>
      </p:nvGrpSpPr>
      <p:grpSpPr>
        <a:xfrm>
          <a:off x="0" y="0"/>
          <a:ext cx="0" cy="0"/>
          <a:chOff x="0" y="0"/>
          <a:chExt cx="0" cy="0"/>
        </a:xfrm>
      </p:grpSpPr>
      <p:sp>
        <p:nvSpPr>
          <p:cNvPr id="62" name="Google Shape;200;p29"/>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数据库的分类</a:t>
            </a:r>
            <a:endParaRPr/>
          </a:p>
        </p:txBody>
      </p:sp>
      <p:sp>
        <p:nvSpPr>
          <p:cNvPr id="63" name="Google Shape;201;p29"/>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流式</a:t>
            </a:r>
            <a:r>
              <a:rPr lang="en-GB"/>
              <a:t>数据库：</a:t>
            </a:r>
            <a:endParaRPr/>
          </a:p>
          <a:p>
            <a:pPr marL="0" lvl="0" indent="0" algn="l" rtl="false">
              <a:spcBef>
                <a:spcPts val="1200"/>
              </a:spcBef>
              <a:spcAft>
                <a:spcPts val="0"/>
              </a:spcAft>
              <a:buNone/>
            </a:pPr>
            <a:endParaRPr/>
          </a:p>
          <a:p>
            <a:pPr marL="0" lvl="0" indent="0" algn="l" rtl="false">
              <a:spcBef>
                <a:spcPts val="1200"/>
              </a:spcBef>
              <a:spcAft>
                <a:spcPts val="0"/>
              </a:spcAft>
              <a:buNone/>
            </a:pPr>
            <a:endParaRPr/>
          </a:p>
          <a:p>
            <a:pPr marL="0" lvl="0" indent="0" algn="l" rtl="false">
              <a:spcBef>
                <a:spcPts val="1200"/>
              </a:spcBef>
              <a:spcAft>
                <a:spcPts val="0"/>
              </a:spcAft>
              <a:buNone/>
            </a:pPr>
            <a:endParaRPr/>
          </a:p>
          <a:p>
            <a:pPr marL="0" lvl="0" indent="0" algn="l" rtl="false">
              <a:spcBef>
                <a:spcPts val="1200"/>
              </a:spcBef>
              <a:spcAft>
                <a:spcPts val="1200"/>
              </a:spcAft>
              <a:buNone/>
            </a:pPr>
            <a:r>
              <a:rPr lang="en-GB"/>
              <a:t>时序</a:t>
            </a:r>
            <a:r>
              <a:rPr lang="en-GB"/>
              <a:t>数据库：</a:t>
            </a:r>
            <a:endParaRPr/>
          </a:p>
        </p:txBody>
      </p:sp>
      <p:sp>
        <p:nvSpPr>
          <p:cNvPr id="64" name="Google Shape;202;p29"/>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65" name="Google Shape;203;p29"/>
          <p:cNvPicPr/>
          <p:nvPr/>
        </p:nvPicPr>
        <p:blipFill>
          <a:blip r:embed="rId2">
            <a:alphaModFix/>
          </a:blip>
          <a:stretch>
            <a:fillRect/>
          </a:stretch>
        </p:blipFill>
        <p:spPr>
          <a:xfrm>
            <a:off x="513700" y="1804750"/>
            <a:ext cx="2038499" cy="393600"/>
          </a:xfrm>
          <a:prstGeom prst="rect">
            <a:avLst/>
          </a:prstGeom>
          <a:noFill/>
          <a:ln>
            <a:noFill/>
          </a:ln>
        </p:spPr>
      </p:pic>
      <p:pic>
        <p:nvPicPr>
          <p:cNvPr id="66" name="Google Shape;204;p29"/>
          <p:cNvPicPr/>
          <p:nvPr/>
        </p:nvPicPr>
        <p:blipFill>
          <a:blip r:embed="rId3">
            <a:alphaModFix/>
          </a:blip>
          <a:stretch>
            <a:fillRect/>
          </a:stretch>
        </p:blipFill>
        <p:spPr>
          <a:xfrm>
            <a:off x="2911700" y="1244226"/>
            <a:ext cx="1842949" cy="1360731"/>
          </a:xfrm>
          <a:prstGeom prst="rect">
            <a:avLst/>
          </a:prstGeom>
          <a:noFill/>
          <a:ln>
            <a:noFill/>
          </a:ln>
        </p:spPr>
      </p:pic>
      <p:pic>
        <p:nvPicPr>
          <p:cNvPr id="67" name="Google Shape;205;p29"/>
          <p:cNvPicPr/>
          <p:nvPr/>
        </p:nvPicPr>
        <p:blipFill>
          <a:blip r:embed="rId4">
            <a:alphaModFix/>
          </a:blip>
          <a:stretch>
            <a:fillRect/>
          </a:stretch>
        </p:blipFill>
        <p:spPr>
          <a:xfrm>
            <a:off x="7100425" y="1324858"/>
            <a:ext cx="1731875" cy="1199475"/>
          </a:xfrm>
          <a:prstGeom prst="rect">
            <a:avLst/>
          </a:prstGeom>
          <a:noFill/>
          <a:ln>
            <a:noFill/>
          </a:ln>
        </p:spPr>
      </p:pic>
      <p:pic>
        <p:nvPicPr>
          <p:cNvPr id="68" name="Google Shape;206;p29"/>
          <p:cNvPicPr/>
          <p:nvPr/>
        </p:nvPicPr>
        <p:blipFill>
          <a:blip r:embed="rId5">
            <a:alphaModFix/>
          </a:blip>
          <a:stretch>
            <a:fillRect/>
          </a:stretch>
        </p:blipFill>
        <p:spPr>
          <a:xfrm>
            <a:off x="5029700" y="1496848"/>
            <a:ext cx="2070723" cy="945376"/>
          </a:xfrm>
          <a:prstGeom prst="rect">
            <a:avLst/>
          </a:prstGeom>
          <a:noFill/>
          <a:ln>
            <a:noFill/>
          </a:ln>
        </p:spPr>
      </p:pic>
      <p:pic>
        <p:nvPicPr>
          <p:cNvPr id="69" name="Google Shape;207;p29"/>
          <p:cNvPicPr/>
          <p:nvPr/>
        </p:nvPicPr>
        <p:blipFill>
          <a:blip r:embed="rId6">
            <a:alphaModFix/>
          </a:blip>
          <a:stretch>
            <a:fillRect/>
          </a:stretch>
        </p:blipFill>
        <p:spPr>
          <a:xfrm>
            <a:off x="2738425" y="3563744"/>
            <a:ext cx="2551225" cy="536275"/>
          </a:xfrm>
          <a:prstGeom prst="rect">
            <a:avLst/>
          </a:prstGeom>
          <a:noFill/>
          <a:ln>
            <a:noFill/>
          </a:ln>
        </p:spPr>
      </p:pic>
      <p:pic>
        <p:nvPicPr>
          <p:cNvPr id="70" name="Google Shape;208;p29"/>
          <p:cNvPicPr/>
          <p:nvPr/>
        </p:nvPicPr>
        <p:blipFill>
          <a:blip r:embed="rId7">
            <a:alphaModFix/>
          </a:blip>
          <a:stretch>
            <a:fillRect/>
          </a:stretch>
        </p:blipFill>
        <p:spPr>
          <a:xfrm>
            <a:off x="513700" y="3579981"/>
            <a:ext cx="1988400" cy="503800"/>
          </a:xfrm>
          <a:prstGeom prst="rect">
            <a:avLst/>
          </a:prstGeom>
          <a:noFill/>
          <a:ln>
            <a:noFill/>
          </a:ln>
        </p:spPr>
      </p:pic>
      <p:pic>
        <p:nvPicPr>
          <p:cNvPr id="71" name="Google Shape;209;p29"/>
          <p:cNvPicPr/>
          <p:nvPr/>
        </p:nvPicPr>
        <p:blipFill>
          <a:blip r:embed="rId8">
            <a:alphaModFix/>
          </a:blip>
          <a:stretch>
            <a:fillRect/>
          </a:stretch>
        </p:blipFill>
        <p:spPr>
          <a:xfrm>
            <a:off x="5571650" y="3563750"/>
            <a:ext cx="2070725" cy="661484"/>
          </a:xfrm>
          <a:prstGeom prst="rect">
            <a:avLst/>
          </a:prstGeom>
          <a:noFill/>
          <a:ln>
            <a:no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72" name=""/>
        <p:cNvGrpSpPr/>
        <p:nvPr/>
      </p:nvGrpSpPr>
      <p:grpSpPr>
        <a:xfrm>
          <a:off x="0" y="0"/>
          <a:ext cx="0" cy="0"/>
          <a:chOff x="0" y="0"/>
          <a:chExt cx="0" cy="0"/>
        </a:xfrm>
      </p:grpSpPr>
      <p:sp>
        <p:nvSpPr>
          <p:cNvPr id="73" name="Google Shape;214;p30"/>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数据库的分类</a:t>
            </a:r>
            <a:endParaRPr/>
          </a:p>
        </p:txBody>
      </p:sp>
      <p:sp>
        <p:nvSpPr>
          <p:cNvPr id="74" name="Google Shape;215;p30"/>
          <p:cNvSpPr txBox="true"/>
          <p:nvPr>
            <p:ph type="body" idx="1"/>
          </p:nvPr>
        </p:nvSpPr>
        <p:spPr>
          <a:xfrm>
            <a:off x="311700" y="1152475"/>
            <a:ext cx="8520600" cy="38010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根据数据模型：</a:t>
            </a:r>
            <a:endParaRPr/>
          </a:p>
          <a:p>
            <a:pPr marL="457200" lvl="0" indent="-342900" algn="l" rtl="false">
              <a:spcBef>
                <a:spcPts val="1200"/>
              </a:spcBef>
              <a:spcAft>
                <a:spcPts val="0"/>
              </a:spcAft>
              <a:buSzPts val="1800"/>
              <a:buChar char="➢"/>
            </a:pPr>
            <a:r>
              <a:rPr lang="en-GB"/>
              <a:t>关系数据库 (Relational Database)</a:t>
            </a:r>
            <a:r>
              <a:rPr lang="en-GB"/>
              <a:t>：</a:t>
            </a:r>
            <a:r>
              <a:rPr lang="en-GB"/>
              <a:t>大部分的OLAP和OLTP数据库</a:t>
            </a:r>
            <a:endParaRPr/>
          </a:p>
          <a:p>
            <a:pPr marL="457200" lvl="0" indent="-342900" algn="l" rtl="false">
              <a:spcBef>
                <a:spcPts val="0"/>
              </a:spcBef>
              <a:spcAft>
                <a:spcPts val="0"/>
              </a:spcAft>
              <a:buSzPts val="1800"/>
              <a:buChar char="➢"/>
            </a:pPr>
            <a:r>
              <a:rPr lang="en-GB"/>
              <a:t>图数据库 (Graph Database)</a:t>
            </a:r>
            <a:r>
              <a:rPr lang="en-GB"/>
              <a:t>：</a:t>
            </a:r>
            <a:r>
              <a:rPr lang="en-GB"/>
              <a:t>近十年工业界和学术界都比较关注</a:t>
            </a:r>
            <a:endParaRPr/>
          </a:p>
          <a:p>
            <a:pPr marL="457200" lvl="0" indent="-342900" algn="l" rtl="false">
              <a:spcBef>
                <a:spcPts val="0"/>
              </a:spcBef>
              <a:spcAft>
                <a:spcPts val="0"/>
              </a:spcAft>
              <a:buSzPts val="1800"/>
              <a:buChar char="➢"/>
            </a:pPr>
            <a:r>
              <a:rPr lang="en-GB"/>
              <a:t>NoSQL数据库，如Key-Value数据库等</a:t>
            </a:r>
            <a:endParaRPr/>
          </a:p>
          <a:p>
            <a:pPr marL="914400" lvl="1" indent="-317500" algn="l" rtl="false">
              <a:spcBef>
                <a:spcPts val="0"/>
              </a:spcBef>
              <a:spcAft>
                <a:spcPts val="0"/>
              </a:spcAft>
              <a:buSzPts val="1400"/>
              <a:buChar char="○"/>
            </a:pPr>
            <a:r>
              <a:rPr lang="en-GB"/>
              <a:t>2000初-2010初曾经风起云涌，如今已经主要用于缓存和NewSQL关系数据库的底层存储</a:t>
            </a:r>
            <a:endParaRPr/>
          </a:p>
          <a:p>
            <a:pPr marL="914400" lvl="0" indent="0" algn="l" rtl="false">
              <a:spcBef>
                <a:spcPts val="1200"/>
              </a:spcBef>
              <a:spcAft>
                <a:spcPts val="0"/>
              </a:spcAft>
              <a:buNone/>
            </a:pPr>
            <a:endParaRPr/>
          </a:p>
          <a:p>
            <a:pPr marL="457200" lvl="0" indent="-342900" algn="l" rtl="false">
              <a:spcBef>
                <a:spcPts val="1200"/>
              </a:spcBef>
              <a:spcAft>
                <a:spcPts val="0"/>
              </a:spcAft>
              <a:buSzPts val="1800"/>
              <a:buChar char="➢"/>
            </a:pPr>
            <a:endParaRPr/>
          </a:p>
          <a:p>
            <a:pPr marL="457200" lvl="0" indent="-342900" algn="l" rtl="false">
              <a:spcBef>
                <a:spcPts val="0"/>
              </a:spcBef>
              <a:spcAft>
                <a:spcPts val="0"/>
              </a:spcAft>
              <a:buSzPts val="1800"/>
              <a:buChar char="➢"/>
            </a:pPr>
            <a:r>
              <a:rPr lang="en-GB"/>
              <a:t>文档数据库</a:t>
            </a:r>
            <a:endParaRPr/>
          </a:p>
          <a:p>
            <a:pPr marL="457200" lvl="0" indent="-342900" algn="l" rtl="false">
              <a:spcBef>
                <a:spcPts val="0"/>
              </a:spcBef>
              <a:spcAft>
                <a:spcPts val="0"/>
              </a:spcAft>
              <a:buSzPts val="1800"/>
              <a:buChar char="➢"/>
            </a:pPr>
            <a:r>
              <a:rPr lang="en-GB"/>
              <a:t>…</a:t>
            </a:r>
            <a:endParaRPr/>
          </a:p>
        </p:txBody>
      </p:sp>
      <p:sp>
        <p:nvSpPr>
          <p:cNvPr id="75" name="Google Shape;216;p30"/>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76" name="Google Shape;217;p30"/>
          <p:cNvPicPr/>
          <p:nvPr/>
        </p:nvPicPr>
        <p:blipFill>
          <a:blip r:embed="rId2">
            <a:alphaModFix/>
          </a:blip>
          <a:stretch>
            <a:fillRect/>
          </a:stretch>
        </p:blipFill>
        <p:spPr>
          <a:xfrm>
            <a:off x="467575" y="2937026"/>
            <a:ext cx="1309251" cy="437499"/>
          </a:xfrm>
          <a:prstGeom prst="rect">
            <a:avLst/>
          </a:prstGeom>
          <a:noFill/>
          <a:ln>
            <a:noFill/>
          </a:ln>
        </p:spPr>
      </p:pic>
      <p:pic>
        <p:nvPicPr>
          <p:cNvPr id="77" name="Google Shape;218;p30"/>
          <p:cNvPicPr/>
          <p:nvPr/>
        </p:nvPicPr>
        <p:blipFill>
          <a:blip r:embed="rId3">
            <a:alphaModFix/>
          </a:blip>
          <a:stretch>
            <a:fillRect/>
          </a:stretch>
        </p:blipFill>
        <p:spPr>
          <a:xfrm>
            <a:off x="1850375" y="2937025"/>
            <a:ext cx="818325" cy="818325"/>
          </a:xfrm>
          <a:prstGeom prst="rect">
            <a:avLst/>
          </a:prstGeom>
          <a:noFill/>
          <a:ln>
            <a:noFill/>
          </a:ln>
        </p:spPr>
      </p:pic>
      <p:pic>
        <p:nvPicPr>
          <p:cNvPr id="78" name="Google Shape;219;p30" descr="TiKV | TiKV is a highly scalable, low latency, and easy to use &lt;br/&gt;  key-value database."/>
          <p:cNvPicPr/>
          <p:nvPr/>
        </p:nvPicPr>
        <p:blipFill>
          <a:blip r:embed="rId4">
            <a:alphaModFix/>
          </a:blip>
          <a:stretch>
            <a:fillRect/>
          </a:stretch>
        </p:blipFill>
        <p:spPr>
          <a:xfrm>
            <a:off x="6457172" y="3059838"/>
            <a:ext cx="1473965" cy="572700"/>
          </a:xfrm>
          <a:prstGeom prst="rect">
            <a:avLst/>
          </a:prstGeom>
          <a:noFill/>
          <a:ln>
            <a:noFill/>
          </a:ln>
        </p:spPr>
      </p:pic>
      <p:pic>
        <p:nvPicPr>
          <p:cNvPr id="79" name="Google Shape;220;p30"/>
          <p:cNvPicPr/>
          <p:nvPr/>
        </p:nvPicPr>
        <p:blipFill>
          <a:blip r:embed="rId5">
            <a:alphaModFix/>
          </a:blip>
          <a:stretch>
            <a:fillRect/>
          </a:stretch>
        </p:blipFill>
        <p:spPr>
          <a:xfrm>
            <a:off x="3017075" y="3330623"/>
            <a:ext cx="1554920" cy="393600"/>
          </a:xfrm>
          <a:prstGeom prst="rect">
            <a:avLst/>
          </a:prstGeom>
          <a:noFill/>
          <a:ln>
            <a:noFill/>
          </a:ln>
        </p:spPr>
      </p:pic>
      <p:pic>
        <p:nvPicPr>
          <p:cNvPr id="80" name="Google Shape;221;p30"/>
          <p:cNvPicPr/>
          <p:nvPr/>
        </p:nvPicPr>
        <p:blipFill>
          <a:blip r:embed="rId6">
            <a:alphaModFix/>
          </a:blip>
          <a:stretch>
            <a:fillRect/>
          </a:stretch>
        </p:blipFill>
        <p:spPr>
          <a:xfrm>
            <a:off x="2742251" y="2937025"/>
            <a:ext cx="1028003" cy="393600"/>
          </a:xfrm>
          <a:prstGeom prst="rect">
            <a:avLst/>
          </a:prstGeom>
          <a:noFill/>
          <a:ln>
            <a:noFill/>
          </a:ln>
        </p:spPr>
      </p:pic>
      <p:pic>
        <p:nvPicPr>
          <p:cNvPr id="81" name="Google Shape;222;p30"/>
          <p:cNvPicPr/>
          <p:nvPr/>
        </p:nvPicPr>
        <p:blipFill>
          <a:blip r:embed="rId7">
            <a:alphaModFix/>
          </a:blip>
          <a:stretch>
            <a:fillRect/>
          </a:stretch>
        </p:blipFill>
        <p:spPr>
          <a:xfrm>
            <a:off x="5076474" y="2995475"/>
            <a:ext cx="1221401" cy="707250"/>
          </a:xfrm>
          <a:prstGeom prst="rect">
            <a:avLst/>
          </a:prstGeom>
          <a:noFill/>
          <a:ln>
            <a:noFill/>
          </a:ln>
        </p:spPr>
      </p:pic>
      <p:pic>
        <p:nvPicPr>
          <p:cNvPr id="82" name="Google Shape;223;p30"/>
          <p:cNvPicPr/>
          <p:nvPr/>
        </p:nvPicPr>
        <p:blipFill>
          <a:blip r:embed="rId8">
            <a:alphaModFix/>
          </a:blip>
          <a:stretch>
            <a:fillRect/>
          </a:stretch>
        </p:blipFill>
        <p:spPr>
          <a:xfrm>
            <a:off x="2312150" y="4205623"/>
            <a:ext cx="1384750" cy="635575"/>
          </a:xfrm>
          <a:prstGeom prst="rect">
            <a:avLst/>
          </a:prstGeom>
          <a:noFill/>
          <a:ln>
            <a:noFill/>
          </a:ln>
        </p:spPr>
      </p:pic>
      <p:pic>
        <p:nvPicPr>
          <p:cNvPr id="83" name="Google Shape;224;p30"/>
          <p:cNvPicPr/>
          <p:nvPr/>
        </p:nvPicPr>
        <p:blipFill>
          <a:blip r:embed="rId9">
            <a:alphaModFix/>
          </a:blip>
          <a:stretch>
            <a:fillRect/>
          </a:stretch>
        </p:blipFill>
        <p:spPr>
          <a:xfrm>
            <a:off x="4072925" y="4374475"/>
            <a:ext cx="1565797" cy="437500"/>
          </a:xfrm>
          <a:prstGeom prst="rect">
            <a:avLst/>
          </a:prstGeom>
          <a:noFill/>
          <a:ln>
            <a:no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89" name=""/>
        <p:cNvGrpSpPr/>
        <p:nvPr/>
      </p:nvGrpSpPr>
      <p:grpSpPr>
        <a:xfrm>
          <a:off x="0" y="0"/>
          <a:ext cx="0" cy="0"/>
          <a:chOff x="0" y="0"/>
          <a:chExt cx="0" cy="0"/>
        </a:xfrm>
      </p:grpSpPr>
      <p:sp>
        <p:nvSpPr>
          <p:cNvPr id="90" name="Google Shape;229;p31"/>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数据库的分类</a:t>
            </a:r>
            <a:endParaRPr/>
          </a:p>
        </p:txBody>
      </p:sp>
      <p:sp>
        <p:nvSpPr>
          <p:cNvPr id="91" name="Google Shape;230;p31"/>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lnSpcReduction="20000"/>
          </a:bodyPr>
          <a:lstStyle/>
          <a:p>
            <a:pPr marL="0" lvl="0" indent="0" algn="l" rtl="false">
              <a:spcBef>
                <a:spcPts val="0"/>
              </a:spcBef>
              <a:spcAft>
                <a:spcPts val="0"/>
              </a:spcAft>
              <a:buNone/>
            </a:pPr>
            <a:r>
              <a:rPr lang="en-GB"/>
              <a:t>根据架构：</a:t>
            </a:r>
            <a:endParaRPr/>
          </a:p>
          <a:p>
            <a:pPr marL="457200" lvl="0" indent="-342900" algn="l" rtl="false">
              <a:spcBef>
                <a:spcPts val="1200"/>
              </a:spcBef>
              <a:spcAft>
                <a:spcPts val="0"/>
              </a:spcAft>
              <a:buSzPts val="1800"/>
              <a:buChar char="➢"/>
            </a:pPr>
            <a:r>
              <a:rPr lang="en-GB"/>
              <a:t>单机数据库</a:t>
            </a:r>
            <a:endParaRPr/>
          </a:p>
          <a:p>
            <a:pPr marL="914400" lvl="1" indent="-317500" algn="l" rtl="false">
              <a:spcBef>
                <a:spcPts val="0"/>
              </a:spcBef>
              <a:spcAft>
                <a:spcPts val="0"/>
              </a:spcAft>
              <a:buSzPts val="1400"/>
              <a:buChar char="○"/>
            </a:pPr>
            <a:r>
              <a:rPr lang="en-GB"/>
              <a:t>嵌入式：Access、SQLite、DuckDB</a:t>
            </a:r>
            <a:endParaRPr/>
          </a:p>
          <a:p>
            <a:pPr marL="914400" lvl="1" indent="-317500" algn="l" rtl="false">
              <a:spcBef>
                <a:spcPts val="0"/>
              </a:spcBef>
              <a:spcAft>
                <a:spcPts val="0"/>
              </a:spcAft>
              <a:buSzPts val="1400"/>
              <a:buChar char="○"/>
            </a:pPr>
            <a:r>
              <a:rPr lang="en-GB"/>
              <a:t>单实例</a:t>
            </a:r>
            <a:endParaRPr/>
          </a:p>
          <a:p>
            <a:pPr marL="1371600" lvl="2" indent="-317500" algn="l" rtl="false">
              <a:spcBef>
                <a:spcPts val="0"/>
              </a:spcBef>
              <a:spcAft>
                <a:spcPts val="0"/>
              </a:spcAft>
              <a:buSzPts val="1400"/>
              <a:buChar char="■"/>
            </a:pPr>
            <a:r>
              <a:rPr lang="en-GB"/>
              <a:t>多线程：MySQL</a:t>
            </a:r>
            <a:endParaRPr/>
          </a:p>
          <a:p>
            <a:pPr marL="1371600" lvl="2" indent="-317500" algn="l" rtl="false">
              <a:spcBef>
                <a:spcPts val="0"/>
              </a:spcBef>
              <a:spcAft>
                <a:spcPts val="0"/>
              </a:spcAft>
              <a:buSzPts val="1400"/>
              <a:buChar char="■"/>
            </a:pPr>
            <a:r>
              <a:rPr lang="en-GB"/>
              <a:t>多进程：PostgreSQL</a:t>
            </a:r>
            <a:endParaRPr/>
          </a:p>
          <a:p>
            <a:pPr marL="914400" lvl="1" indent="-317500" algn="l" rtl="false">
              <a:spcBef>
                <a:spcPts val="0"/>
              </a:spcBef>
              <a:spcAft>
                <a:spcPts val="0"/>
              </a:spcAft>
              <a:buSzPts val="1400"/>
              <a:buChar char="○"/>
            </a:pPr>
            <a:r>
              <a:rPr lang="en-GB"/>
              <a:t>主从热备</a:t>
            </a:r>
            <a:endParaRPr/>
          </a:p>
          <a:p>
            <a:pPr marL="1371600" lvl="2" indent="-317500" algn="l" rtl="false">
              <a:spcBef>
                <a:spcPts val="0"/>
              </a:spcBef>
              <a:spcAft>
                <a:spcPts val="0"/>
              </a:spcAft>
              <a:buSzPts val="1400"/>
              <a:buChar char="■"/>
            </a:pPr>
            <a:r>
              <a:rPr lang="en-GB"/>
              <a:t>一写一读多备：这是上古数据库的水平</a:t>
            </a:r>
            <a:endParaRPr/>
          </a:p>
          <a:p>
            <a:pPr marL="1371600" lvl="2" indent="-317500" algn="l" rtl="false">
              <a:spcBef>
                <a:spcPts val="0"/>
              </a:spcBef>
              <a:spcAft>
                <a:spcPts val="0"/>
              </a:spcAft>
              <a:buSzPts val="1400"/>
              <a:buChar char="■"/>
            </a:pPr>
            <a:r>
              <a:rPr lang="en-GB"/>
              <a:t>一写多读：这是目前主流数据库水平</a:t>
            </a:r>
            <a:endParaRPr/>
          </a:p>
          <a:p>
            <a:pPr marL="1371600" lvl="2" indent="-317500" algn="l" rtl="false">
              <a:spcBef>
                <a:spcPts val="0"/>
              </a:spcBef>
              <a:spcAft>
                <a:spcPts val="0"/>
              </a:spcAft>
              <a:buSzPts val="1400"/>
              <a:buChar char="■"/>
            </a:pPr>
            <a:r>
              <a:rPr lang="en-GB"/>
              <a:t>多写多读：这是某些牛X数据库的水平以及某些数据库在ppt上达到的水平</a:t>
            </a:r>
            <a:endParaRPr/>
          </a:p>
          <a:p>
            <a:pPr marL="457200" lvl="0" indent="-342900" algn="l" rtl="false">
              <a:spcBef>
                <a:spcPts val="0"/>
              </a:spcBef>
              <a:spcAft>
                <a:spcPts val="0"/>
              </a:spcAft>
              <a:buSzPts val="1800"/>
              <a:buChar char="➢"/>
            </a:pPr>
            <a:r>
              <a:rPr lang="en-GB"/>
              <a:t>分布式数据库</a:t>
            </a:r>
            <a:endParaRPr/>
          </a:p>
          <a:p>
            <a:pPr marL="914400" lvl="1" indent="-317500" algn="l" rtl="false">
              <a:spcBef>
                <a:spcPts val="0"/>
              </a:spcBef>
              <a:spcAft>
                <a:spcPts val="0"/>
              </a:spcAft>
              <a:buSzPts val="1400"/>
              <a:buChar char="○"/>
            </a:pPr>
            <a:r>
              <a:rPr lang="en-GB"/>
              <a:t>Share-memory：主要是某些论文在研究</a:t>
            </a:r>
            <a:endParaRPr/>
          </a:p>
          <a:p>
            <a:pPr marL="914400" lvl="1" indent="-317500" algn="l" rtl="false">
              <a:spcBef>
                <a:spcPts val="0"/>
              </a:spcBef>
              <a:spcAft>
                <a:spcPts val="0"/>
              </a:spcAft>
              <a:buSzPts val="1400"/>
              <a:buChar char="○"/>
            </a:pPr>
            <a:r>
              <a:rPr lang="en-GB"/>
              <a:t>Share-disk：最近重新变成主流</a:t>
            </a:r>
            <a:endParaRPr/>
          </a:p>
          <a:p>
            <a:pPr marL="914400" lvl="1" indent="-317500" algn="l" rtl="false">
              <a:spcBef>
                <a:spcPts val="0"/>
              </a:spcBef>
              <a:spcAft>
                <a:spcPts val="0"/>
              </a:spcAft>
              <a:buSzPts val="1400"/>
              <a:buChar char="○"/>
            </a:pPr>
            <a:r>
              <a:rPr lang="en-GB"/>
              <a:t>Share-nothing：曾经的主流，现在被挑战</a:t>
            </a:r>
            <a:endParaRPr/>
          </a:p>
        </p:txBody>
      </p:sp>
      <p:sp>
        <p:nvSpPr>
          <p:cNvPr id="92" name="Google Shape;231;p31"/>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93" name="Google Shape;232;p31"/>
          <p:cNvPicPr/>
          <p:nvPr/>
        </p:nvPicPr>
        <p:blipFill>
          <a:blip r:embed="rId2">
            <a:alphaModFix/>
          </a:blip>
          <a:stretch>
            <a:fillRect/>
          </a:stretch>
        </p:blipFill>
        <p:spPr>
          <a:xfrm>
            <a:off x="2811448" y="1017725"/>
            <a:ext cx="705325" cy="689800"/>
          </a:xfrm>
          <a:prstGeom prst="rect">
            <a:avLst/>
          </a:prstGeom>
          <a:noFill/>
          <a:ln>
            <a:noFill/>
          </a:ln>
        </p:spPr>
      </p:pic>
      <p:pic>
        <p:nvPicPr>
          <p:cNvPr id="94" name="Google Shape;233;p31"/>
          <p:cNvPicPr/>
          <p:nvPr/>
        </p:nvPicPr>
        <p:blipFill>
          <a:blip r:embed="rId3">
            <a:alphaModFix/>
          </a:blip>
          <a:stretch>
            <a:fillRect/>
          </a:stretch>
        </p:blipFill>
        <p:spPr>
          <a:xfrm>
            <a:off x="3856600" y="1017722"/>
            <a:ext cx="1454757" cy="689800"/>
          </a:xfrm>
          <a:prstGeom prst="rect">
            <a:avLst/>
          </a:prstGeom>
          <a:noFill/>
          <a:ln>
            <a:noFill/>
          </a:ln>
        </p:spPr>
      </p:pic>
      <p:pic>
        <p:nvPicPr>
          <p:cNvPr id="95" name="Google Shape;234;p31"/>
          <p:cNvPicPr/>
          <p:nvPr/>
        </p:nvPicPr>
        <p:blipFill>
          <a:blip r:embed="rId4">
            <a:alphaModFix/>
          </a:blip>
          <a:stretch>
            <a:fillRect/>
          </a:stretch>
        </p:blipFill>
        <p:spPr>
          <a:xfrm>
            <a:off x="5377800" y="1076275"/>
            <a:ext cx="2009217" cy="572700"/>
          </a:xfrm>
          <a:prstGeom prst="rect">
            <a:avLst/>
          </a:prstGeom>
          <a:noFill/>
          <a:ln>
            <a:noFill/>
          </a:ln>
        </p:spPr>
      </p:pic>
      <p:pic>
        <p:nvPicPr>
          <p:cNvPr id="96" name="Google Shape;235;p31"/>
          <p:cNvPicPr/>
          <p:nvPr/>
        </p:nvPicPr>
        <p:blipFill>
          <a:blip r:embed="rId5">
            <a:alphaModFix/>
          </a:blip>
          <a:stretch>
            <a:fillRect/>
          </a:stretch>
        </p:blipFill>
        <p:spPr>
          <a:xfrm>
            <a:off x="6171550" y="288875"/>
            <a:ext cx="853676" cy="853676"/>
          </a:xfrm>
          <a:prstGeom prst="rect">
            <a:avLst/>
          </a:prstGeom>
          <a:noFill/>
          <a:ln>
            <a:noFill/>
          </a:ln>
        </p:spPr>
      </p:pic>
      <p:pic>
        <p:nvPicPr>
          <p:cNvPr id="97" name="Google Shape;236;p31"/>
          <p:cNvPicPr/>
          <p:nvPr/>
        </p:nvPicPr>
        <p:blipFill>
          <a:blip r:embed="rId6">
            <a:alphaModFix/>
          </a:blip>
          <a:stretch>
            <a:fillRect/>
          </a:stretch>
        </p:blipFill>
        <p:spPr>
          <a:xfrm>
            <a:off x="7082825" y="288875"/>
            <a:ext cx="1626051" cy="853675"/>
          </a:xfrm>
          <a:prstGeom prst="rect">
            <a:avLst/>
          </a:prstGeom>
          <a:noFill/>
          <a:ln>
            <a:no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98" name=""/>
        <p:cNvGrpSpPr/>
        <p:nvPr/>
      </p:nvGrpSpPr>
      <p:grpSpPr>
        <a:xfrm>
          <a:off x="0" y="0"/>
          <a:ext cx="0" cy="0"/>
          <a:chOff x="0" y="0"/>
          <a:chExt cx="0" cy="0"/>
        </a:xfrm>
      </p:grpSpPr>
      <p:sp>
        <p:nvSpPr>
          <p:cNvPr id="99" name="Google Shape;241;p32"/>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数据库的分类</a:t>
            </a:r>
            <a:endParaRPr/>
          </a:p>
        </p:txBody>
      </p:sp>
      <p:sp>
        <p:nvSpPr>
          <p:cNvPr id="100" name="Google Shape;242;p32"/>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根据运行环境：</a:t>
            </a:r>
            <a:endParaRPr/>
          </a:p>
          <a:p>
            <a:pPr marL="457200" lvl="0" indent="-342900" algn="l" rtl="false">
              <a:spcBef>
                <a:spcPts val="1200"/>
              </a:spcBef>
              <a:spcAft>
                <a:spcPts val="0"/>
              </a:spcAft>
              <a:buSzPts val="1800"/>
              <a:buChar char="➢"/>
            </a:pPr>
            <a:r>
              <a:rPr lang="en-GB"/>
              <a:t>传统本地化(on-premise)数据库</a:t>
            </a:r>
            <a:endParaRPr/>
          </a:p>
          <a:p>
            <a:pPr marL="457200" lvl="0" indent="-342900" algn="l" rtl="false">
              <a:spcBef>
                <a:spcPts val="0"/>
              </a:spcBef>
              <a:spcAft>
                <a:spcPts val="0"/>
              </a:spcAft>
              <a:buSzPts val="1800"/>
              <a:buChar char="➢"/>
            </a:pPr>
            <a:r>
              <a:rPr lang="en-GB"/>
              <a:t>新硬件数据库，包括数据库（软硬件）一体机：很多大型数据库</a:t>
            </a:r>
            <a:endParaRPr/>
          </a:p>
          <a:p>
            <a:pPr marL="457200" lvl="0" indent="-342900" algn="l" rtl="false">
              <a:spcBef>
                <a:spcPts val="0"/>
              </a:spcBef>
              <a:spcAft>
                <a:spcPts val="0"/>
              </a:spcAft>
              <a:buSzPts val="1800"/>
              <a:buChar char="➢"/>
            </a:pPr>
            <a:r>
              <a:rPr lang="en-GB"/>
              <a:t>云（原生）数据库</a:t>
            </a:r>
            <a:endParaRPr/>
          </a:p>
        </p:txBody>
      </p:sp>
      <p:sp>
        <p:nvSpPr>
          <p:cNvPr id="101" name="Google Shape;243;p32"/>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02" name="Google Shape;244;p32"/>
          <p:cNvPicPr/>
          <p:nvPr/>
        </p:nvPicPr>
        <p:blipFill>
          <a:blip r:embed="rId2">
            <a:alphaModFix/>
          </a:blip>
          <a:stretch>
            <a:fillRect/>
          </a:stretch>
        </p:blipFill>
        <p:spPr>
          <a:xfrm>
            <a:off x="1098175" y="2793225"/>
            <a:ext cx="986350" cy="1129400"/>
          </a:xfrm>
          <a:prstGeom prst="rect">
            <a:avLst/>
          </a:prstGeom>
          <a:noFill/>
          <a:ln>
            <a:noFill/>
          </a:ln>
        </p:spPr>
      </p:pic>
      <p:pic>
        <p:nvPicPr>
          <p:cNvPr id="103" name="Google Shape;245;p32"/>
          <p:cNvPicPr/>
          <p:nvPr/>
        </p:nvPicPr>
        <p:blipFill>
          <a:blip r:embed="rId3">
            <a:alphaModFix/>
          </a:blip>
          <a:stretch>
            <a:fillRect/>
          </a:stretch>
        </p:blipFill>
        <p:spPr>
          <a:xfrm>
            <a:off x="544050" y="3993400"/>
            <a:ext cx="2281776" cy="918425"/>
          </a:xfrm>
          <a:prstGeom prst="rect">
            <a:avLst/>
          </a:prstGeom>
          <a:noFill/>
          <a:ln>
            <a:noFill/>
          </a:ln>
        </p:spPr>
      </p:pic>
      <p:pic>
        <p:nvPicPr>
          <p:cNvPr id="104" name="Google Shape;246;p32"/>
          <p:cNvPicPr/>
          <p:nvPr/>
        </p:nvPicPr>
        <p:blipFill>
          <a:blip r:embed="rId4">
            <a:alphaModFix/>
          </a:blip>
          <a:stretch>
            <a:fillRect/>
          </a:stretch>
        </p:blipFill>
        <p:spPr>
          <a:xfrm>
            <a:off x="3372425" y="2749375"/>
            <a:ext cx="1641093" cy="862775"/>
          </a:xfrm>
          <a:prstGeom prst="rect">
            <a:avLst/>
          </a:prstGeom>
          <a:noFill/>
          <a:ln>
            <a:noFill/>
          </a:ln>
        </p:spPr>
      </p:pic>
      <p:pic>
        <p:nvPicPr>
          <p:cNvPr id="105" name="Google Shape;247;p32"/>
          <p:cNvPicPr/>
          <p:nvPr/>
        </p:nvPicPr>
        <p:blipFill>
          <a:blip r:embed="rId5">
            <a:alphaModFix/>
          </a:blip>
          <a:stretch>
            <a:fillRect/>
          </a:stretch>
        </p:blipFill>
        <p:spPr>
          <a:xfrm>
            <a:off x="3536975" y="3878800"/>
            <a:ext cx="1312000" cy="656000"/>
          </a:xfrm>
          <a:prstGeom prst="rect">
            <a:avLst/>
          </a:prstGeom>
          <a:noFill/>
          <a:ln>
            <a:noFill/>
          </a:ln>
        </p:spPr>
      </p:pic>
      <p:pic>
        <p:nvPicPr>
          <p:cNvPr id="106" name="Google Shape;248;p32"/>
          <p:cNvPicPr/>
          <p:nvPr/>
        </p:nvPicPr>
        <p:blipFill>
          <a:blip r:embed="rId6">
            <a:alphaModFix/>
          </a:blip>
          <a:stretch>
            <a:fillRect/>
          </a:stretch>
        </p:blipFill>
        <p:spPr>
          <a:xfrm>
            <a:off x="5740351" y="3508949"/>
            <a:ext cx="2124698" cy="1547875"/>
          </a:xfrm>
          <a:prstGeom prst="rect">
            <a:avLst/>
          </a:prstGeom>
          <a:noFill/>
          <a:ln>
            <a:noFill/>
          </a:ln>
        </p:spPr>
      </p:pic>
      <p:pic>
        <p:nvPicPr>
          <p:cNvPr id="107" name="Google Shape;249;p32"/>
          <p:cNvPicPr/>
          <p:nvPr/>
        </p:nvPicPr>
        <p:blipFill>
          <a:blip r:embed="rId7">
            <a:alphaModFix/>
          </a:blip>
          <a:stretch>
            <a:fillRect/>
          </a:stretch>
        </p:blipFill>
        <p:spPr>
          <a:xfrm>
            <a:off x="5653525" y="2926538"/>
            <a:ext cx="1458373" cy="862775"/>
          </a:xfrm>
          <a:prstGeom prst="rect">
            <a:avLst/>
          </a:prstGeom>
          <a:noFill/>
          <a:ln>
            <a:noFill/>
          </a:ln>
        </p:spPr>
      </p:pic>
      <p:pic>
        <p:nvPicPr>
          <p:cNvPr id="108" name="Google Shape;250;p32"/>
          <p:cNvPicPr/>
          <p:nvPr/>
        </p:nvPicPr>
        <p:blipFill>
          <a:blip r:embed="rId8">
            <a:alphaModFix/>
          </a:blip>
          <a:stretch>
            <a:fillRect/>
          </a:stretch>
        </p:blipFill>
        <p:spPr>
          <a:xfrm>
            <a:off x="7373925" y="3137108"/>
            <a:ext cx="1458375" cy="618392"/>
          </a:xfrm>
          <a:prstGeom prst="rect">
            <a:avLst/>
          </a:prstGeom>
          <a:noFill/>
          <a:ln>
            <a:noFill/>
          </a:ln>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09" name=""/>
        <p:cNvGrpSpPr/>
        <p:nvPr/>
      </p:nvGrpSpPr>
      <p:grpSpPr>
        <a:xfrm>
          <a:off x="0" y="0"/>
          <a:ext cx="0" cy="0"/>
          <a:chOff x="0" y="0"/>
          <a:chExt cx="0" cy="0"/>
        </a:xfrm>
      </p:grpSpPr>
      <p:sp>
        <p:nvSpPr>
          <p:cNvPr id="110" name="Google Shape;277;p36"/>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文件系统是数据库底层存储的唯一选择吗？</a:t>
            </a:r>
            <a:endParaRPr/>
          </a:p>
        </p:txBody>
      </p:sp>
      <p:sp>
        <p:nvSpPr>
          <p:cNvPr id="111" name="Google Shape;278;p36"/>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有些数据库会直接在I/O设备上进行数据存储</a:t>
            </a:r>
            <a:endParaRPr/>
          </a:p>
          <a:p>
            <a:pPr marL="0" lvl="0" indent="0" algn="l" rtl="false">
              <a:spcBef>
                <a:spcPts val="1200"/>
              </a:spcBef>
              <a:spcAft>
                <a:spcPts val="0"/>
              </a:spcAft>
              <a:buNone/>
            </a:pPr>
            <a:endParaRPr/>
          </a:p>
          <a:p>
            <a:pPr marL="0" lvl="0" indent="0" algn="l" rtl="false">
              <a:spcBef>
                <a:spcPts val="1200"/>
              </a:spcBef>
              <a:spcAft>
                <a:spcPts val="0"/>
              </a:spcAft>
              <a:buNone/>
            </a:pPr>
            <a:r>
              <a:rPr lang="en-GB"/>
              <a:t>一些新型的NewSQL数据库会在NoSQL数据库上进行数据存储</a:t>
            </a:r>
            <a:endParaRPr/>
          </a:p>
          <a:p>
            <a:pPr marL="0" lvl="0" indent="0" algn="l" rtl="false">
              <a:spcBef>
                <a:spcPts val="1200"/>
              </a:spcBef>
              <a:spcAft>
                <a:spcPts val="0"/>
              </a:spcAft>
              <a:buNone/>
            </a:pPr>
            <a:endParaRPr/>
          </a:p>
          <a:p>
            <a:pPr marL="0" lvl="0" indent="0" algn="l" rtl="false">
              <a:spcBef>
                <a:spcPts val="1200"/>
              </a:spcBef>
              <a:spcAft>
                <a:spcPts val="0"/>
              </a:spcAft>
              <a:buNone/>
            </a:pPr>
            <a:endParaRPr/>
          </a:p>
          <a:p>
            <a:pPr marL="0" lvl="0" indent="0" algn="l" rtl="false">
              <a:spcBef>
                <a:spcPts val="1200"/>
              </a:spcBef>
              <a:spcAft>
                <a:spcPts val="1200"/>
              </a:spcAft>
              <a:buNone/>
            </a:pPr>
            <a:r>
              <a:rPr lang="en-GB"/>
              <a:t>很多云原生数据库会把包括云对象存储在内的云存储系统用于数据存储</a:t>
            </a:r>
            <a:endParaRPr/>
          </a:p>
        </p:txBody>
      </p:sp>
      <p:sp>
        <p:nvSpPr>
          <p:cNvPr id="112" name="Google Shape;279;p36"/>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13" name="Google Shape;280;p36"/>
          <p:cNvPicPr/>
          <p:nvPr/>
        </p:nvPicPr>
        <p:blipFill>
          <a:blip r:embed="rId2">
            <a:alphaModFix/>
          </a:blip>
          <a:stretch>
            <a:fillRect/>
          </a:stretch>
        </p:blipFill>
        <p:spPr>
          <a:xfrm>
            <a:off x="3192350" y="2630974"/>
            <a:ext cx="1312000" cy="635851"/>
          </a:xfrm>
          <a:prstGeom prst="rect">
            <a:avLst/>
          </a:prstGeom>
          <a:noFill/>
          <a:ln>
            <a:noFill/>
          </a:ln>
        </p:spPr>
      </p:pic>
      <p:pic>
        <p:nvPicPr>
          <p:cNvPr id="114" name="Google Shape;281;p36"/>
          <p:cNvPicPr/>
          <p:nvPr/>
        </p:nvPicPr>
        <p:blipFill>
          <a:blip r:embed="rId3">
            <a:alphaModFix/>
          </a:blip>
          <a:stretch>
            <a:fillRect/>
          </a:stretch>
        </p:blipFill>
        <p:spPr>
          <a:xfrm>
            <a:off x="4504350" y="2571750"/>
            <a:ext cx="1584180" cy="792049"/>
          </a:xfrm>
          <a:prstGeom prst="rect">
            <a:avLst/>
          </a:prstGeom>
          <a:noFill/>
          <a:ln>
            <a:noFill/>
          </a:ln>
        </p:spPr>
      </p:pic>
      <p:pic>
        <p:nvPicPr>
          <p:cNvPr id="115" name="Google Shape;282;p36"/>
          <p:cNvPicPr/>
          <p:nvPr/>
        </p:nvPicPr>
        <p:blipFill>
          <a:blip r:embed="rId4">
            <a:alphaModFix/>
          </a:blip>
          <a:stretch>
            <a:fillRect/>
          </a:stretch>
        </p:blipFill>
        <p:spPr>
          <a:xfrm>
            <a:off x="6143425" y="2571750"/>
            <a:ext cx="1508676" cy="792060"/>
          </a:xfrm>
          <a:prstGeom prst="rect">
            <a:avLst/>
          </a:prstGeom>
          <a:noFill/>
          <a:ln>
            <a:noFill/>
          </a:ln>
        </p:spPr>
      </p:pic>
      <p:pic>
        <p:nvPicPr>
          <p:cNvPr id="116" name="Google Shape;283;p36"/>
          <p:cNvPicPr/>
          <p:nvPr/>
        </p:nvPicPr>
        <p:blipFill>
          <a:blip r:embed="rId5">
            <a:alphaModFix/>
          </a:blip>
          <a:stretch>
            <a:fillRect/>
          </a:stretch>
        </p:blipFill>
        <p:spPr>
          <a:xfrm>
            <a:off x="1278025" y="2558414"/>
            <a:ext cx="1584175" cy="937181"/>
          </a:xfrm>
          <a:prstGeom prst="rect">
            <a:avLst/>
          </a:prstGeom>
          <a:noFill/>
          <a:ln>
            <a:noFill/>
          </a:ln>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17" name=""/>
        <p:cNvGrpSpPr/>
        <p:nvPr/>
      </p:nvGrpSpPr>
      <p:grpSpPr>
        <a:xfrm>
          <a:off x="0" y="0"/>
          <a:ext cx="0" cy="0"/>
          <a:chOff x="0" y="0"/>
          <a:chExt cx="0" cy="0"/>
        </a:xfrm>
      </p:grpSpPr>
      <p:sp>
        <p:nvSpPr>
          <p:cNvPr id="118" name="Google Shape;288;p37"/>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NoSQL (KV) </a:t>
            </a:r>
            <a:r>
              <a:rPr lang="en-GB"/>
              <a:t>也可以看做是一种特殊的“文件”系统</a:t>
            </a:r>
            <a:endParaRPr/>
          </a:p>
        </p:txBody>
      </p:sp>
      <p:sp>
        <p:nvSpPr>
          <p:cNvPr id="119" name="Google Shape;289;p37"/>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文件系统中，通过文件路径+文件内的offset+要读取的length定位数据</a:t>
            </a:r>
            <a:endParaRPr/>
          </a:p>
          <a:p>
            <a:pPr marL="0" lvl="0" indent="0" algn="l" rtl="false">
              <a:spcBef>
                <a:spcPts val="1200"/>
              </a:spcBef>
              <a:spcAft>
                <a:spcPts val="1200"/>
              </a:spcAft>
              <a:buNone/>
            </a:pPr>
            <a:r>
              <a:rPr lang="en-GB"/>
              <a:t>KV存储中通过key直接定位数据</a:t>
            </a:r>
            <a:endParaRPr/>
          </a:p>
        </p:txBody>
      </p:sp>
      <p:sp>
        <p:nvSpPr>
          <p:cNvPr id="120" name="Google Shape;290;p37"/>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21" name="Google Shape;291;p37"/>
          <p:cNvPicPr/>
          <p:nvPr/>
        </p:nvPicPr>
        <p:blipFill>
          <a:blip r:embed="rId2">
            <a:alphaModFix/>
          </a:blip>
          <a:stretch>
            <a:fillRect/>
          </a:stretch>
        </p:blipFill>
        <p:spPr>
          <a:xfrm>
            <a:off x="5167050" y="1948338"/>
            <a:ext cx="2857500" cy="1933575"/>
          </a:xfrm>
          <a:prstGeom prst="rect">
            <a:avLst/>
          </a:prstGeom>
          <a:noFill/>
          <a:ln>
            <a:noFill/>
          </a:ln>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22" name=""/>
        <p:cNvGrpSpPr/>
        <p:nvPr/>
      </p:nvGrpSpPr>
      <p:grpSpPr>
        <a:xfrm>
          <a:off x="0" y="0"/>
          <a:ext cx="0" cy="0"/>
          <a:chOff x="0" y="0"/>
          <a:chExt cx="0" cy="0"/>
        </a:xfrm>
      </p:grpSpPr>
      <p:sp>
        <p:nvSpPr>
          <p:cNvPr id="123" name="Google Shape;296;p38"/>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对象存储可以看做是一种特殊的KV存储</a:t>
            </a:r>
            <a:endParaRPr/>
          </a:p>
        </p:txBody>
      </p:sp>
      <p:sp>
        <p:nvSpPr>
          <p:cNvPr id="124" name="Google Shape;297;p38"/>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相比于典型的KV存储，对象存储中的对象，即”value”可以特别大，比如几个GB</a:t>
            </a:r>
            <a:endParaRPr/>
          </a:p>
          <a:p>
            <a:pPr marL="0" lvl="0" indent="0" algn="l" rtl="false">
              <a:spcBef>
                <a:spcPts val="1200"/>
              </a:spcBef>
              <a:spcAft>
                <a:spcPts val="0"/>
              </a:spcAft>
              <a:buNone/>
            </a:pPr>
            <a:endParaRPr/>
          </a:p>
          <a:p>
            <a:pPr marL="0" lvl="0" indent="0" algn="l" rtl="false">
              <a:spcBef>
                <a:spcPts val="1200"/>
              </a:spcBef>
              <a:spcAft>
                <a:spcPts val="1200"/>
              </a:spcAft>
              <a:buNone/>
            </a:pPr>
            <a:r>
              <a:rPr lang="en-GB"/>
              <a:t>对象存储中可以通过key+对象内offset+要读取的length来定位数据</a:t>
            </a:r>
            <a:endParaRPr/>
          </a:p>
        </p:txBody>
      </p:sp>
      <p:sp>
        <p:nvSpPr>
          <p:cNvPr id="125" name="Google Shape;298;p38"/>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26" name="Google Shape;299;p38"/>
          <p:cNvPicPr/>
          <p:nvPr/>
        </p:nvPicPr>
        <p:blipFill>
          <a:blip r:embed="rId2">
            <a:alphaModFix/>
          </a:blip>
          <a:stretch>
            <a:fillRect/>
          </a:stretch>
        </p:blipFill>
        <p:spPr>
          <a:xfrm>
            <a:off x="545800" y="2758225"/>
            <a:ext cx="2625050" cy="905175"/>
          </a:xfrm>
          <a:prstGeom prst="rect">
            <a:avLst/>
          </a:prstGeom>
          <a:noFill/>
          <a:ln>
            <a:noFill/>
          </a:ln>
        </p:spPr>
      </p:pic>
      <p:pic>
        <p:nvPicPr>
          <p:cNvPr id="127" name="Google Shape;300;p38"/>
          <p:cNvPicPr/>
          <p:nvPr/>
        </p:nvPicPr>
        <p:blipFill>
          <a:blip r:embed="rId3">
            <a:alphaModFix/>
          </a:blip>
          <a:stretch>
            <a:fillRect/>
          </a:stretch>
        </p:blipFill>
        <p:spPr>
          <a:xfrm>
            <a:off x="3341400" y="2867800"/>
            <a:ext cx="2112075" cy="905175"/>
          </a:xfrm>
          <a:prstGeom prst="rect">
            <a:avLst/>
          </a:prstGeom>
          <a:noFill/>
          <a:ln>
            <a:no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28" name=""/>
        <p:cNvGrpSpPr/>
        <p:nvPr/>
      </p:nvGrpSpPr>
      <p:grpSpPr>
        <a:xfrm>
          <a:off x="0" y="0"/>
          <a:ext cx="0" cy="0"/>
          <a:chOff x="0" y="0"/>
          <a:chExt cx="0" cy="0"/>
        </a:xfrm>
      </p:grpSpPr>
      <p:sp>
        <p:nvSpPr>
          <p:cNvPr id="129" name="Google Shape;305;p39"/>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Hadoop</a:t>
            </a:r>
            <a:r>
              <a:rPr lang="en-GB"/>
              <a:t>生态</a:t>
            </a:r>
            <a:endParaRPr/>
          </a:p>
        </p:txBody>
      </p:sp>
      <p:sp>
        <p:nvSpPr>
          <p:cNvPr id="130" name="Google Shape;306;p39"/>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1200"/>
              </a:spcAft>
              <a:buNone/>
            </a:pPr>
            <a:r>
              <a:rPr lang="en-GB"/>
              <a:t>除了“正统”的数据库圈，还有一支旁门左道：MapReduce+GFS，即后来的Hadoop生态</a:t>
            </a:r>
            <a:endParaRPr/>
          </a:p>
        </p:txBody>
      </p:sp>
      <p:sp>
        <p:nvSpPr>
          <p:cNvPr id="131" name="Google Shape;307;p39"/>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32" name="Google Shape;308;p39"/>
          <p:cNvPicPr/>
          <p:nvPr/>
        </p:nvPicPr>
        <p:blipFill>
          <a:blip r:embed="rId2">
            <a:alphaModFix/>
          </a:blip>
          <a:stretch>
            <a:fillRect/>
          </a:stretch>
        </p:blipFill>
        <p:spPr>
          <a:xfrm>
            <a:off x="1234382" y="2966275"/>
            <a:ext cx="4636699" cy="2177225"/>
          </a:xfrm>
          <a:prstGeom prst="rect">
            <a:avLst/>
          </a:prstGeom>
          <a:noFill/>
          <a:ln>
            <a:noFill/>
          </a:ln>
        </p:spPr>
      </p:pic>
      <p:pic>
        <p:nvPicPr>
          <p:cNvPr id="133" name="Google Shape;309;p39"/>
          <p:cNvPicPr/>
          <p:nvPr/>
        </p:nvPicPr>
        <p:blipFill>
          <a:blip r:embed="rId3">
            <a:alphaModFix/>
          </a:blip>
          <a:stretch>
            <a:fillRect/>
          </a:stretch>
        </p:blipFill>
        <p:spPr>
          <a:xfrm>
            <a:off x="868300" y="2571752"/>
            <a:ext cx="2251302" cy="712350"/>
          </a:xfrm>
          <a:prstGeom prst="rect">
            <a:avLst/>
          </a:prstGeom>
          <a:noFill/>
          <a:ln>
            <a:noFill/>
          </a:ln>
        </p:spPr>
      </p:pic>
      <p:pic>
        <p:nvPicPr>
          <p:cNvPr id="134" name="Google Shape;310;p39"/>
          <p:cNvPicPr/>
          <p:nvPr/>
        </p:nvPicPr>
        <p:blipFill>
          <a:blip r:embed="rId4">
            <a:alphaModFix/>
          </a:blip>
          <a:stretch>
            <a:fillRect/>
          </a:stretch>
        </p:blipFill>
        <p:spPr>
          <a:xfrm>
            <a:off x="1540488" y="1665800"/>
            <a:ext cx="906924" cy="816226"/>
          </a:xfrm>
          <a:prstGeom prst="rect">
            <a:avLst/>
          </a:prstGeom>
          <a:noFill/>
          <a:ln>
            <a:noFill/>
          </a:ln>
        </p:spPr>
      </p:pic>
      <p:pic>
        <p:nvPicPr>
          <p:cNvPr id="135" name="Google Shape;311;p39"/>
          <p:cNvPicPr/>
          <p:nvPr/>
        </p:nvPicPr>
        <p:blipFill>
          <a:blip r:embed="rId5">
            <a:alphaModFix/>
          </a:blip>
          <a:stretch>
            <a:fillRect/>
          </a:stretch>
        </p:blipFill>
        <p:spPr>
          <a:xfrm>
            <a:off x="3294775" y="2345249"/>
            <a:ext cx="1668925" cy="866550"/>
          </a:xfrm>
          <a:prstGeom prst="rect">
            <a:avLst/>
          </a:prstGeom>
          <a:noFill/>
          <a:ln>
            <a:noFill/>
          </a:ln>
        </p:spPr>
      </p:pic>
      <p:pic>
        <p:nvPicPr>
          <p:cNvPr id="136" name="Google Shape;312;p39"/>
          <p:cNvPicPr/>
          <p:nvPr/>
        </p:nvPicPr>
        <p:blipFill>
          <a:blip r:embed="rId6">
            <a:alphaModFix/>
          </a:blip>
          <a:stretch>
            <a:fillRect/>
          </a:stretch>
        </p:blipFill>
        <p:spPr>
          <a:xfrm>
            <a:off x="5241850" y="2422350"/>
            <a:ext cx="2261429" cy="712350"/>
          </a:xfrm>
          <a:prstGeom prst="rect">
            <a:avLst/>
          </a:prstGeom>
          <a:noFill/>
          <a:ln>
            <a:noFill/>
          </a:ln>
        </p:spPr>
      </p:pic>
      <p:pic>
        <p:nvPicPr>
          <p:cNvPr id="137" name="Google Shape;313;p39"/>
          <p:cNvPicPr/>
          <p:nvPr/>
        </p:nvPicPr>
        <p:blipFill>
          <a:blip r:embed="rId7">
            <a:alphaModFix/>
          </a:blip>
          <a:stretch>
            <a:fillRect/>
          </a:stretch>
        </p:blipFill>
        <p:spPr>
          <a:xfrm>
            <a:off x="4273600" y="1739955"/>
            <a:ext cx="1781251" cy="441358"/>
          </a:xfrm>
          <a:prstGeom prst="rect">
            <a:avLst/>
          </a:prstGeom>
          <a:noFill/>
          <a:ln>
            <a:noFill/>
          </a:ln>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38" name=""/>
        <p:cNvGrpSpPr/>
        <p:nvPr/>
      </p:nvGrpSpPr>
      <p:grpSpPr>
        <a:xfrm>
          <a:off x="0" y="0"/>
          <a:ext cx="0" cy="0"/>
          <a:chOff x="0" y="0"/>
          <a:chExt cx="0" cy="0"/>
        </a:xfrm>
      </p:grpSpPr>
      <p:sp>
        <p:nvSpPr>
          <p:cNvPr id="139" name="Google Shape;262;p34"/>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Pixels是啥？</a:t>
            </a:r>
            <a:endParaRPr/>
          </a:p>
        </p:txBody>
      </p:sp>
      <p:sp>
        <p:nvSpPr>
          <p:cNvPr id="140" name="Google Shape;263;p34"/>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fontScale="85000" lnSpcReduction="20000"/>
          </a:bodyPr>
          <a:lstStyle/>
          <a:p>
            <a:pPr marL="0" lvl="0" indent="0" algn="l">
              <a:spcBef>
                <a:spcPts val="0"/>
              </a:spcBef>
              <a:spcAft>
                <a:spcPts val="0"/>
              </a:spcAft>
              <a:buClr>
                <a:schemeClr val="dk2">
                  <a:alpha val="100000"/>
                </a:schemeClr>
              </a:buClr>
              <a:buSzPts val="1800"/>
              <a:buFont typeface="Arial"/>
              <a:buNone/>
            </a:pPr>
            <a:r>
              <a:rPr u="sng">
                <a:solidFill>
                  <a:schemeClr val="hlink">
                    <a:alpha val="100000"/>
                  </a:schemeClr>
                </a:solidFill>
                <a:hlinkClick r:id="rId2"/>
              </a:rPr>
              <a:t>https://github.com/pixelsdb/pixels</a:t>
            </a:r>
            <a:endParaRPr/>
          </a:p>
          <a:p>
            <a:pPr marL="0" lvl="0" indent="0" algn="l">
              <a:spcBef>
                <a:spcPts val="1200"/>
              </a:spcBef>
              <a:spcAft>
                <a:spcPts val="0"/>
              </a:spcAft>
              <a:buClr>
                <a:schemeClr val="dk1">
                  <a:alpha val="100000"/>
                </a:schemeClr>
              </a:buClr>
              <a:buSzPts val="1100"/>
              <a:buFont typeface="Arial"/>
              <a:buNone/>
            </a:pPr>
            <a:r>
              <a:rPr/>
              <a:t>2017年8月第一行代码，目前</a:t>
            </a:r>
            <a:r>
              <a:rPr lang="en-US"/>
              <a:t>23</a:t>
            </a:r>
            <a:r>
              <a:rPr/>
              <a:t>万行代码</a:t>
            </a:r>
            <a:endParaRPr/>
          </a:p>
          <a:p>
            <a:pPr marL="0" lvl="0" indent="0" algn="l">
              <a:spcBef>
                <a:spcPts val="1200"/>
              </a:spcBef>
              <a:spcAft>
                <a:spcPts val="0"/>
              </a:spcAft>
              <a:buClr>
                <a:schemeClr val="dk1">
                  <a:alpha val="100000"/>
                </a:schemeClr>
              </a:buClr>
              <a:buSzPts val="1100"/>
              <a:buFont typeface="Arial"/>
              <a:buNone/>
            </a:pPr>
            <a:r>
              <a:rPr/>
              <a:t>底层文件存储：支持S3, GCS, 本地FS，HDFS, Redis，对S3和HDFS深度优化</a:t>
            </a:r>
            <a:endParaRPr/>
          </a:p>
          <a:p>
            <a:pPr marL="0" lvl="0" indent="0" algn="l">
              <a:spcBef>
                <a:spcPts val="1200"/>
              </a:spcBef>
              <a:spcAft>
                <a:spcPts val="0"/>
              </a:spcAft>
              <a:buClr>
                <a:schemeClr val="dk1">
                  <a:alpha val="100000"/>
                </a:schemeClr>
              </a:buClr>
              <a:buSzPts val="1100"/>
              <a:buFont typeface="Arial"/>
              <a:buNone/>
            </a:pPr>
            <a:r>
              <a:rPr/>
              <a:t>缓存：自带列式缓存</a:t>
            </a:r>
            <a:endParaRPr/>
          </a:p>
          <a:p>
            <a:pPr marL="0" lvl="0" indent="0" algn="l">
              <a:spcBef>
                <a:spcPts val="1200"/>
              </a:spcBef>
              <a:spcAft>
                <a:spcPts val="0"/>
              </a:spcAft>
              <a:buClr>
                <a:schemeClr val="dk1">
                  <a:alpha val="100000"/>
                </a:schemeClr>
              </a:buClr>
              <a:buSzPts val="1100"/>
              <a:buFont typeface="Arial"/>
              <a:buNone/>
            </a:pPr>
            <a:r>
              <a:rPr/>
              <a:t>查询引擎：自带serverless查询引擎，并支持Trino、Presto、DuckDB、Hive</a:t>
            </a:r>
            <a:endParaRPr/>
          </a:p>
          <a:p>
            <a:pPr marL="0" lvl="0" indent="0" algn="l">
              <a:spcBef>
                <a:spcPts val="1200"/>
              </a:spcBef>
              <a:spcAft>
                <a:spcPts val="0"/>
              </a:spcAft>
              <a:buClr>
                <a:schemeClr val="dk1">
                  <a:alpha val="100000"/>
                </a:schemeClr>
              </a:buClr>
              <a:buSzPts val="1100"/>
              <a:buFont typeface="Arial"/>
              <a:buNone/>
            </a:pPr>
            <a:r>
              <a:rPr/>
              <a:t>支持TPC-H全部查询</a:t>
            </a:r>
            <a:endParaRPr/>
          </a:p>
          <a:p>
            <a:pPr marL="0" lvl="0" indent="0" algn="l">
              <a:spcBef>
                <a:spcPts val="1200"/>
              </a:spcBef>
              <a:spcAft>
                <a:spcPts val="0"/>
              </a:spcAft>
              <a:buClr>
                <a:schemeClr val="dk1">
                  <a:alpha val="100000"/>
                </a:schemeClr>
              </a:buClr>
              <a:buSzPts val="1100"/>
              <a:buFont typeface="Arial"/>
              <a:buNone/>
            </a:pPr>
            <a:r>
              <a:rPr/>
              <a:t>支持14种常见数据类型和高维vector</a:t>
            </a:r>
            <a:endParaRPr/>
          </a:p>
          <a:p>
            <a:pPr marL="0" lvl="0" indent="0" algn="l">
              <a:spcBef>
                <a:spcPts val="1200"/>
              </a:spcBef>
              <a:spcAft>
                <a:spcPts val="1200"/>
              </a:spcAft>
              <a:buClr>
                <a:schemeClr val="dk2">
                  <a:alpha val="100000"/>
                </a:schemeClr>
              </a:buClr>
              <a:buSzPts val="1800"/>
              <a:buFont typeface="Arial"/>
              <a:buNone/>
            </a:pPr>
            <a:r>
              <a:rPr/>
              <a:t>支持多服务等级、高性价比查询处理</a:t>
            </a:r>
            <a:endParaRPr/>
          </a:p>
        </p:txBody>
      </p:sp>
      <p:sp>
        <p:nvSpPr>
          <p:cNvPr id="141" name="Google Shape;264;p34"/>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pic>
        <p:nvPicPr>
          <p:cNvPr id="142" name="Google Shape;265;p34"/>
          <p:cNvPicPr/>
          <p:nvPr/>
        </p:nvPicPr>
        <p:blipFill>
          <a:blip r:embed="rId3">
            <a:alphaModFix/>
          </a:blip>
          <a:stretch>
            <a:fillRect/>
          </a:stretch>
        </p:blipFill>
        <p:spPr>
          <a:xfrm>
            <a:off x="4121513" y="445013"/>
            <a:ext cx="1076325" cy="1076325"/>
          </a:xfrm>
          <a:prstGeom prst="rect">
            <a:avLst/>
          </a:prstGeom>
          <a:noFill/>
          <a:ln>
            <a:noFill/>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43" name=""/>
        <p:cNvGrpSpPr/>
        <p:nvPr/>
      </p:nvGrpSpPr>
      <p:grpSpPr>
        <a:xfrm>
          <a:off x="0" y="0"/>
          <a:ext cx="0" cy="0"/>
          <a:chOff x="0" y="0"/>
          <a:chExt cx="0" cy="0"/>
        </a:xfrm>
      </p:grpSpPr>
      <p:sp>
        <p:nvSpPr>
          <p:cNvPr id="144" name="Google Shape;270;p35"/>
          <p:cNvSpPr txBox="true"/>
          <p:nvPr>
            <p:ph type="title"/>
          </p:nvPr>
        </p:nvSpPr>
        <p:spPr>
          <a:xfrm>
            <a:off x="311700" y="445025"/>
            <a:ext cx="8520600" cy="572700"/>
          </a:xfrm>
          <a:prstGeom prst="rect">
            <a:avLst/>
          </a:prstGeom>
        </p:spPr>
        <p:txBody>
          <a:bodyPr spcFirstLastPara="true" wrap="square" lIns="91425" tIns="91425" rIns="91425" bIns="91425" anchor="t" anchorCtr="false">
            <a:normAutofit fontScale="90000"/>
          </a:bodyPr>
          <a:lstStyle/>
          <a:p>
            <a:pPr marL="0" lvl="0" indent="0" algn="l" rtl="false">
              <a:spcBef>
                <a:spcPts val="0"/>
              </a:spcBef>
              <a:spcAft>
                <a:spcPts val="0"/>
              </a:spcAft>
              <a:buNone/>
            </a:pPr>
            <a:r>
              <a:rPr lang="en-GB"/>
              <a:t>Mini-Pixels</a:t>
            </a:r>
            <a:endParaRPr/>
          </a:p>
        </p:txBody>
      </p:sp>
      <p:sp>
        <p:nvSpPr>
          <p:cNvPr id="145" name="Google Shape;271;p35"/>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u="sng">
                <a:solidFill>
                  <a:schemeClr val="hlink"/>
                </a:solidFill>
                <a:hlinkClick r:id="rId2"/>
              </a:rPr>
              <a:t>https://github.com/pixelsdb/mini-pixels</a:t>
            </a:r>
            <a:endParaRPr/>
          </a:p>
          <a:p>
            <a:pPr marL="0" lvl="0" indent="0" algn="l" rtl="false">
              <a:spcBef>
                <a:spcPts val="1200"/>
              </a:spcBef>
              <a:spcAft>
                <a:spcPts val="0"/>
              </a:spcAft>
              <a:buNone/>
            </a:pPr>
            <a:r>
              <a:rPr lang="en-GB"/>
              <a:t>在Pixels C++版本基础上，精简而来，专门用于数据库内核开发教学的系统框架</a:t>
            </a:r>
            <a:endParaRPr/>
          </a:p>
          <a:p>
            <a:pPr marL="0" lvl="0" indent="0" algn="l" rtl="false">
              <a:spcBef>
                <a:spcPts val="1200"/>
              </a:spcBef>
              <a:spcAft>
                <a:spcPts val="0"/>
              </a:spcAft>
              <a:buNone/>
            </a:pPr>
            <a:endParaRPr/>
          </a:p>
          <a:p>
            <a:pPr marL="0" lvl="0" indent="0" algn="l" rtl="false">
              <a:spcBef>
                <a:spcPts val="1200"/>
              </a:spcBef>
              <a:spcAft>
                <a:spcPts val="1200"/>
              </a:spcAft>
              <a:buNone/>
            </a:pPr>
            <a:r>
              <a:rPr lang="en-GB"/>
              <a:t>只保留必要的基本功能，等待同学完善。</a:t>
            </a:r>
            <a:endParaRPr/>
          </a:p>
        </p:txBody>
      </p:sp>
      <p:sp>
        <p:nvSpPr>
          <p:cNvPr id="146" name="Google Shape;272;p35"/>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p="http://schemas.openxmlformats.org/presentationml/2006/main">
  <p:cSld>
    <p:spTree>
      <p:nvGrpSpPr>
        <p:cNvPr id="147" name=""/>
        <p:cNvGrpSpPr/>
        <p:nvPr/>
      </p:nvGrpSpPr>
      <p:grpSpPr>
        <a:xfrm>
          <a:off x="0" y="0"/>
          <a:ext cx="0" cy="0"/>
          <a:chOff x="0" y="0"/>
          <a:chExt cx="0" cy="0"/>
        </a:xfrm>
      </p:grpSpPr>
      <p:sp>
        <p:nvSpPr>
          <p:cNvPr id="148" name="Google Shape;318;p40"/>
          <p:cNvSpPr txBox="true"/>
          <p:nvPr>
            <p:ph type="body" idx="1"/>
          </p:nvPr>
        </p:nvSpPr>
        <p:spPr>
          <a:xfrm>
            <a:off x="311700" y="1152475"/>
            <a:ext cx="8520600" cy="3416400"/>
          </a:xfrm>
          <a:prstGeom prst="rect">
            <a:avLst/>
          </a:prstGeom>
        </p:spPr>
        <p:txBody>
          <a:bodyPr spcFirstLastPara="true" wrap="square" lIns="91425" tIns="91425" rIns="91425" bIns="91425" anchor="t" anchorCtr="false">
            <a:normAutofit/>
          </a:bodyPr>
          <a:lstStyle/>
          <a:p>
            <a:pPr marL="0" lvl="0" indent="0" algn="l" rtl="false">
              <a:spcBef>
                <a:spcPts val="0"/>
              </a:spcBef>
              <a:spcAft>
                <a:spcPts val="0"/>
              </a:spcAft>
              <a:buNone/>
            </a:pPr>
            <a:r>
              <a:rPr lang="en-GB"/>
              <a:t>卞昊穹</a:t>
            </a:r>
            <a:endParaRPr/>
          </a:p>
          <a:p>
            <a:pPr marL="0" lvl="0" indent="0" algn="l" rtl="false">
              <a:spcBef>
                <a:spcPts val="1200"/>
              </a:spcBef>
              <a:spcAft>
                <a:spcPts val="0"/>
              </a:spcAft>
              <a:buNone/>
            </a:pPr>
            <a:r>
              <a:rPr lang="en-GB"/>
              <a:t>信息楼125</a:t>
            </a:r>
            <a:endParaRPr/>
          </a:p>
          <a:p>
            <a:pPr marL="0" lvl="0" indent="0" algn="l" rtl="false">
              <a:spcBef>
                <a:spcPts val="1200"/>
              </a:spcBef>
              <a:spcAft>
                <a:spcPts val="1200"/>
              </a:spcAft>
              <a:buNone/>
            </a:pPr>
            <a:r>
              <a:rPr lang="en-GB"/>
              <a:t>bianhq@ruc.edu.cn</a:t>
            </a:r>
            <a:endParaRPr/>
          </a:p>
        </p:txBody>
      </p:sp>
      <p:sp>
        <p:nvSpPr>
          <p:cNvPr id="149" name="Google Shape;319;p40"/>
          <p:cNvSpPr txBox="true"/>
          <p:nvPr>
            <p:ph type="sldNum" idx="12"/>
          </p:nvPr>
        </p:nvSpPr>
        <p:spPr>
          <a:xfrm>
            <a:off x="8472458" y="4663217"/>
            <a:ext cx="548700" cy="393600"/>
          </a:xfrm>
          <a:prstGeom prst="rect">
            <a:avLst/>
          </a:prstGeom>
        </p:spPr>
        <p:txBody>
          <a:bodyPr spcFirstLastPara="true" wrap="square" lIns="91425" tIns="91425" rIns="91425" bIns="91425" anchor="ctr" anchorCtr="false">
            <a:normAutofit/>
          </a:bodyPr>
          <a:lstStyle/>
          <a:p>
            <a:pPr marL="0" lvl="0" indent="0" algn="r" rtl="false">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tint val="100000"/>
                <a:shade val="100000"/>
                <a:satMod val="130000"/>
              </a:schemeClr>
            </a:gs>
            <a:gs pos="100000">
              <a:schemeClr val="phClr">
                <a:tint val="50000"/>
                <a:shade val="100000"/>
                <a:satMod val="350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false">
              <a:srgbClr val="000000">
                <a:alpha val="38000"/>
              </a:srgbClr>
            </a:outerShdw>
          </a:effectLst>
        </a:effectStyle>
        <a:effectStyle>
          <a:effectLst>
            <a:outerShdw blurRad="40000" dist="23000" dir="5400000" rotWithShape="false">
              <a:srgbClr val="000000">
                <a:alpha val="35000"/>
              </a:srgbClr>
            </a:outerShdw>
          </a:effectLst>
        </a:effectStyle>
        <a:effectStyle>
          <a:effectLst>
            <a:outerShdw blurRad="40000" dist="23000" dir="5400000" rotWithShape="false">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tint val="100000"/>
                <a:shade val="100000"/>
                <a:satMod val="130000"/>
              </a:schemeClr>
            </a:gs>
            <a:gs pos="100000">
              <a:schemeClr val="phClr">
                <a:tint val="50000"/>
                <a:shade val="100000"/>
                <a:satMod val="350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false">
              <a:srgbClr val="000000">
                <a:alpha val="38000"/>
              </a:srgbClr>
            </a:outerShdw>
          </a:effectLst>
        </a:effectStyle>
        <a:effectStyle>
          <a:effectLst>
            <a:outerShdw blurRad="40000" dist="23000" dir="5400000" rotWithShape="false">
              <a:srgbClr val="000000">
                <a:alpha val="35000"/>
              </a:srgbClr>
            </a:outerShdw>
          </a:effectLst>
        </a:effectStyle>
        <a:effectStyle>
          <a:effectLst>
            <a:outerShdw blurRad="40000" dist="23000" dir="5400000" rotWithShape="false">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2025-09-17T00:07:20Z</dcterms:created>
  <dcterms:modified xsi:type="dcterms:W3CDTF">2025-09-17T00:07:20Z</dcterms:modified>
</cp:coreProperties>
</file>